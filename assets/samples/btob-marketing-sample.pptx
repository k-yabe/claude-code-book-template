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5" r:id="rId4"/>
    <p:sldMasterId id="2147483904" r:id="rId5"/>
    <p:sldMasterId id="2147483924" r:id="rId6"/>
    <p:sldMasterId id="2147483896" r:id="rId7"/>
  </p:sldMasterIdLst>
  <p:notesMasterIdLst>
    <p:notesMasterId r:id="rId24"/>
  </p:notesMasterIdLst>
  <p:handoutMasterIdLst>
    <p:handoutMasterId r:id="rId25"/>
  </p:handoutMasterIdLst>
  <p:sldIdLst>
    <p:sldId id="256" r:id="rId16"/>
    <p:sldId id="257" r:id="rId17"/>
    <p:sldId id="258" r:id="rId18"/>
  </p:sldIdLst>
  <p:sldSz cx="12192000" cy="6858000"/>
  <p:notesSz cx="6797675" cy="9926638"/>
  <p:custDataLst>
    <p:tags r:id="rId26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6879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F7F7F"/>
    <a:srgbClr val="D9D9D9"/>
    <a:srgbClr val="001F33"/>
    <a:srgbClr val="001F32"/>
    <a:srgbClr val="017585"/>
    <a:srgbClr val="00FFFF"/>
    <a:srgbClr val="FFFFFF"/>
    <a:srgbClr val="BABABA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3B4B98B0-60AC-42C2-AFA5-B58CD77FA1E5}" styleName="Light Style 1 - Accent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rgbClr val="B4B4B4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rgbClr val="D6D6D6"/>
          </a:solidFill>
        </a:fill>
      </a:tcStyle>
    </a:band1H>
    <a:firstCol>
      <a:tcTxStyle b="on"/>
      <a:tcStyle>
        <a:tcBdr/>
      </a:tcStyle>
    </a:firstCol>
    <a:lastRow>
      <a:tcTxStyle b="on">
        <a:fontRef idx="minor">
          <a:prstClr val="black"/>
        </a:fontRef>
        <a:srgbClr val="FFFFFF"/>
      </a:tcTxStyle>
      <a:tcStyle>
        <a:tcBdr>
          <a:top>
            <a:ln w="19050" cmpd="sng">
              <a:solidFill>
                <a:srgbClr val="FFFFFF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accent1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51" autoAdjust="0"/>
    <p:restoredTop sz="94660"/>
  </p:normalViewPr>
  <p:slideViewPr>
    <p:cSldViewPr snapToGrid="0">
      <p:cViewPr varScale="1">
        <p:scale>
          <a:sx n="48" d="100"/>
          <a:sy n="48" d="100"/>
        </p:scale>
        <p:origin x="1064" y="264"/>
      </p:cViewPr>
      <p:guideLst>
        <p:guide pos="6879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2" d="100"/>
          <a:sy n="42" d="100"/>
        </p:scale>
        <p:origin x="2828" y="4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tags" Target="tags/tag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Bottari" userId="aa7a7255-5a07-4af6-b02d-40373b14c66b" providerId="ADAL" clId="{F3B5B969-2578-4A64-A897-C43095AC5D53}"/>
    <pc:docChg chg="undo custSel modMainMaster">
      <pc:chgData name="James Bottari" userId="aa7a7255-5a07-4af6-b02d-40373b14c66b" providerId="ADAL" clId="{F3B5B969-2578-4A64-A897-C43095AC5D53}" dt="2025-03-26T07:38:42.146" v="8" actId="478"/>
      <pc:docMkLst>
        <pc:docMk/>
      </pc:docMkLst>
      <pc:sldMasterChg chg="modSldLayout">
        <pc:chgData name="James Bottari" userId="aa7a7255-5a07-4af6-b02d-40373b14c66b" providerId="ADAL" clId="{F3B5B969-2578-4A64-A897-C43095AC5D53}" dt="2025-03-26T07:38:42.146" v="8" actId="478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F3B5B969-2578-4A64-A897-C43095AC5D53}" dt="2025-03-26T07:38:42.146" v="8" actId="478"/>
          <pc:sldLayoutMkLst>
            <pc:docMk/>
            <pc:sldMasterMk cId="1584904203" sldId="2147483904"/>
            <pc:sldLayoutMk cId="3542484949" sldId="2147483907"/>
          </pc:sldLayoutMkLst>
        </pc:sldLayoutChg>
      </pc:sldMasterChg>
    </pc:docChg>
  </pc:docChgLst>
  <pc:docChgLst>
    <pc:chgData name="James Bottari" userId="aa7a7255-5a07-4af6-b02d-40373b14c66b" providerId="ADAL" clId="{19D58300-46BC-4723-AA93-9B1F0C59B16A}"/>
    <pc:docChg chg="addSld delSld">
      <pc:chgData name="James Bottari" userId="aa7a7255-5a07-4af6-b02d-40373b14c66b" providerId="ADAL" clId="{19D58300-46BC-4723-AA93-9B1F0C59B16A}" dt="2025-05-25T06:06:00.980" v="1" actId="47"/>
      <pc:docMkLst>
        <pc:docMk/>
      </pc:docMkLst>
      <pc:sldChg chg="del">
        <pc:chgData name="James Bottari" userId="aa7a7255-5a07-4af6-b02d-40373b14c66b" providerId="ADAL" clId="{19D58300-46BC-4723-AA93-9B1F0C59B16A}" dt="2025-05-25T06:06:00.980" v="1" actId="47"/>
        <pc:sldMkLst>
          <pc:docMk/>
          <pc:sldMk cId="3040465958" sldId="322"/>
        </pc:sldMkLst>
      </pc:sldChg>
      <pc:sldChg chg="new">
        <pc:chgData name="James Bottari" userId="aa7a7255-5a07-4af6-b02d-40373b14c66b" providerId="ADAL" clId="{19D58300-46BC-4723-AA93-9B1F0C59B16A}" dt="2025-05-25T06:05:58.159" v="0" actId="680"/>
        <pc:sldMkLst>
          <pc:docMk/>
          <pc:sldMk cId="1876469223" sldId="327"/>
        </pc:sldMkLst>
      </pc:sldChg>
    </pc:docChg>
  </pc:docChgLst>
  <pc:docChgLst>
    <pc:chgData name="Jasmin Opel" userId="S::jasmin.opel@emea.adecco.net::0e1f413c-f644-4c02-ac28-43d7f63b1549" providerId="AD" clId="Web-{EDD06095-5D0A-D437-5733-DA9625E077CA}"/>
    <pc:docChg chg="sldOrd">
      <pc:chgData name="Jasmin Opel" userId="S::jasmin.opel@emea.adecco.net::0e1f413c-f644-4c02-ac28-43d7f63b1549" providerId="AD" clId="Web-{EDD06095-5D0A-D437-5733-DA9625E077CA}" dt="2024-11-04T15:10:15.919" v="0"/>
      <pc:docMkLst>
        <pc:docMk/>
      </pc:docMkLst>
      <pc:sldChg chg="ord">
        <pc:chgData name="Jasmin Opel" userId="S::jasmin.opel@emea.adecco.net::0e1f413c-f644-4c02-ac28-43d7f63b1549" providerId="AD" clId="Web-{EDD06095-5D0A-D437-5733-DA9625E077CA}" dt="2024-11-04T15:10:15.919" v="0"/>
        <pc:sldMkLst>
          <pc:docMk/>
          <pc:sldMk cId="3040465958" sldId="322"/>
        </pc:sldMkLst>
      </pc:sldChg>
    </pc:docChg>
  </pc:docChgLst>
  <pc:docChgLst>
    <pc:chgData name="James Bottari" userId="aa7a7255-5a07-4af6-b02d-40373b14c66b" providerId="ADAL" clId="{95FCC634-049A-42E8-9612-540A286D09B9}"/>
    <pc:docChg chg="modSld">
      <pc:chgData name="James Bottari" userId="aa7a7255-5a07-4af6-b02d-40373b14c66b" providerId="ADAL" clId="{95FCC634-049A-42E8-9612-540A286D09B9}" dt="2025-05-26T00:17:29.687" v="4" actId="20577"/>
      <pc:docMkLst>
        <pc:docMk/>
      </pc:docMkLst>
      <pc:sldChg chg="modSp mod">
        <pc:chgData name="James Bottari" userId="aa7a7255-5a07-4af6-b02d-40373b14c66b" providerId="ADAL" clId="{95FCC634-049A-42E8-9612-540A286D09B9}" dt="2025-05-26T00:17:29.687" v="4" actId="20577"/>
        <pc:sldMkLst>
          <pc:docMk/>
          <pc:sldMk cId="1876469223" sldId="327"/>
        </pc:sldMkLst>
        <pc:spChg chg="mod">
          <ac:chgData name="James Bottari" userId="aa7a7255-5a07-4af6-b02d-40373b14c66b" providerId="ADAL" clId="{95FCC634-049A-42E8-9612-540A286D09B9}" dt="2025-05-26T00:17:29.687" v="4" actId="20577"/>
          <ac:spMkLst>
            <pc:docMk/>
            <pc:sldMk cId="1876469223" sldId="327"/>
            <ac:spMk id="2" creationId="{651D3DE5-1741-F13E-1CE8-400C6F362323}"/>
          </ac:spMkLst>
        </pc:spChg>
        <pc:spChg chg="mod">
          <ac:chgData name="James Bottari" userId="aa7a7255-5a07-4af6-b02d-40373b14c66b" providerId="ADAL" clId="{95FCC634-049A-42E8-9612-540A286D09B9}" dt="2025-05-26T00:17:21.461" v="2" actId="20577"/>
          <ac:spMkLst>
            <pc:docMk/>
            <pc:sldMk cId="1876469223" sldId="327"/>
            <ac:spMk id="3" creationId="{04CFFE83-435F-D674-D166-502C8FCF4D02}"/>
          </ac:spMkLst>
        </pc:spChg>
        <pc:spChg chg="mod">
          <ac:chgData name="James Bottari" userId="aa7a7255-5a07-4af6-b02d-40373b14c66b" providerId="ADAL" clId="{95FCC634-049A-42E8-9612-540A286D09B9}" dt="2025-05-26T00:17:14.620" v="0"/>
          <ac:spMkLst>
            <pc:docMk/>
            <pc:sldMk cId="1876469223" sldId="327"/>
            <ac:spMk id="4" creationId="{1770407E-AB1D-AC9F-741D-457A6343A5D2}"/>
          </ac:spMkLst>
        </pc:spChg>
      </pc:sldChg>
    </pc:docChg>
  </pc:docChgLst>
  <pc:docChgLst>
    <pc:chgData name="James Bottari" userId="aa7a7255-5a07-4af6-b02d-40373b14c66b" providerId="ADAL" clId="{2A90D428-1A59-4DB9-A580-CD001627778A}"/>
    <pc:docChg chg="modSld modMainMaster">
      <pc:chgData name="James Bottari" userId="aa7a7255-5a07-4af6-b02d-40373b14c66b" providerId="ADAL" clId="{2A90D428-1A59-4DB9-A580-CD001627778A}" dt="2024-12-13T06:34:52.461" v="155"/>
      <pc:docMkLst>
        <pc:docMk/>
      </pc:docMkLst>
      <pc:sldChg chg="modTransition">
        <pc:chgData name="James Bottari" userId="aa7a7255-5a07-4af6-b02d-40373b14c66b" providerId="ADAL" clId="{2A90D428-1A59-4DB9-A580-CD001627778A}" dt="2024-12-13T06:27:40.709" v="16"/>
        <pc:sldMkLst>
          <pc:docMk/>
          <pc:sldMk cId="1269259594" sldId="270"/>
        </pc:sldMkLst>
      </pc:sldChg>
      <pc:sldChg chg="modTransition modAnim">
        <pc:chgData name="James Bottari" userId="aa7a7255-5a07-4af6-b02d-40373b14c66b" providerId="ADAL" clId="{2A90D428-1A59-4DB9-A580-CD001627778A}" dt="2024-12-13T06:28:23.354" v="122"/>
        <pc:sldMkLst>
          <pc:docMk/>
          <pc:sldMk cId="4055861119" sldId="276"/>
        </pc:sldMkLst>
      </pc:sldChg>
      <pc:sldChg chg="modTransition modAnim">
        <pc:chgData name="James Bottari" userId="aa7a7255-5a07-4af6-b02d-40373b14c66b" providerId="ADAL" clId="{2A90D428-1A59-4DB9-A580-CD001627778A}" dt="2024-12-13T06:28:25.945" v="125"/>
        <pc:sldMkLst>
          <pc:docMk/>
          <pc:sldMk cId="2076787606" sldId="294"/>
        </pc:sldMkLst>
      </pc:sldChg>
      <pc:sldChg chg="modTransition">
        <pc:chgData name="James Bottari" userId="aa7a7255-5a07-4af6-b02d-40373b14c66b" providerId="ADAL" clId="{2A90D428-1A59-4DB9-A580-CD001627778A}" dt="2024-12-13T06:27:52.450" v="32"/>
        <pc:sldMkLst>
          <pc:docMk/>
          <pc:sldMk cId="2385859357" sldId="296"/>
        </pc:sldMkLst>
      </pc:sldChg>
      <pc:sldChg chg="modTransition">
        <pc:chgData name="James Bottari" userId="aa7a7255-5a07-4af6-b02d-40373b14c66b" providerId="ADAL" clId="{2A90D428-1A59-4DB9-A580-CD001627778A}" dt="2024-12-13T06:27:41.441" v="17"/>
        <pc:sldMkLst>
          <pc:docMk/>
          <pc:sldMk cId="635136332" sldId="303"/>
        </pc:sldMkLst>
      </pc:sldChg>
      <pc:sldChg chg="modTransition modAnim">
        <pc:chgData name="James Bottari" userId="aa7a7255-5a07-4af6-b02d-40373b14c66b" providerId="ADAL" clId="{2A90D428-1A59-4DB9-A580-CD001627778A}" dt="2024-12-13T06:28:57.231" v="135"/>
        <pc:sldMkLst>
          <pc:docMk/>
          <pc:sldMk cId="3563421687" sldId="307"/>
        </pc:sldMkLst>
      </pc:sldChg>
      <pc:sldChg chg="modTransition">
        <pc:chgData name="James Bottari" userId="aa7a7255-5a07-4af6-b02d-40373b14c66b" providerId="ADAL" clId="{2A90D428-1A59-4DB9-A580-CD001627778A}" dt="2024-12-13T06:27:46.323" v="24"/>
        <pc:sldMkLst>
          <pc:docMk/>
          <pc:sldMk cId="2738745632" sldId="312"/>
        </pc:sldMkLst>
      </pc:sldChg>
      <pc:sldChg chg="modTransition">
        <pc:chgData name="James Bottari" userId="aa7a7255-5a07-4af6-b02d-40373b14c66b" providerId="ADAL" clId="{2A90D428-1A59-4DB9-A580-CD001627778A}" dt="2024-12-13T06:27:48.347" v="27"/>
        <pc:sldMkLst>
          <pc:docMk/>
          <pc:sldMk cId="1086656556" sldId="317"/>
        </pc:sldMkLst>
      </pc:sldChg>
      <pc:sldChg chg="modTransition modAnim">
        <pc:chgData name="James Bottari" userId="aa7a7255-5a07-4af6-b02d-40373b14c66b" providerId="ADAL" clId="{2A90D428-1A59-4DB9-A580-CD001627778A}" dt="2024-12-13T06:34:52.461" v="155"/>
        <pc:sldMkLst>
          <pc:docMk/>
          <pc:sldMk cId="429500297" sldId="318"/>
        </pc:sldMkLst>
      </pc:sldChg>
      <pc:sldChg chg="modTransition modAnim">
        <pc:chgData name="James Bottari" userId="aa7a7255-5a07-4af6-b02d-40373b14c66b" providerId="ADAL" clId="{2A90D428-1A59-4DB9-A580-CD001627778A}" dt="2024-12-13T06:34:46.219" v="153"/>
        <pc:sldMkLst>
          <pc:docMk/>
          <pc:sldMk cId="2059184449" sldId="319"/>
        </pc:sldMkLst>
      </pc:sldChg>
      <pc:sldChg chg="modTransition modAnim">
        <pc:chgData name="James Bottari" userId="aa7a7255-5a07-4af6-b02d-40373b14c66b" providerId="ADAL" clId="{2A90D428-1A59-4DB9-A580-CD001627778A}" dt="2024-12-13T06:28:10.114" v="74"/>
        <pc:sldMkLst>
          <pc:docMk/>
          <pc:sldMk cId="2099607510" sldId="321"/>
        </pc:sldMkLst>
      </pc:sldChg>
      <pc:sldChg chg="modTransition modAnim">
        <pc:chgData name="James Bottari" userId="aa7a7255-5a07-4af6-b02d-40373b14c66b" providerId="ADAL" clId="{2A90D428-1A59-4DB9-A580-CD001627778A}" dt="2024-12-13T06:28:07.578" v="63"/>
        <pc:sldMkLst>
          <pc:docMk/>
          <pc:sldMk cId="3040465958" sldId="322"/>
        </pc:sldMkLst>
      </pc:sldChg>
      <pc:sldChg chg="modTransition modAnim">
        <pc:chgData name="James Bottari" userId="aa7a7255-5a07-4af6-b02d-40373b14c66b" providerId="ADAL" clId="{2A90D428-1A59-4DB9-A580-CD001627778A}" dt="2024-12-13T06:28:13.684" v="86"/>
        <pc:sldMkLst>
          <pc:docMk/>
          <pc:sldMk cId="1826894909" sldId="323"/>
        </pc:sldMkLst>
      </pc:sldChg>
      <pc:sldChg chg="modTransition modAnim">
        <pc:chgData name="James Bottari" userId="aa7a7255-5a07-4af6-b02d-40373b14c66b" providerId="ADAL" clId="{2A90D428-1A59-4DB9-A580-CD001627778A}" dt="2024-12-13T06:28:16.783" v="103"/>
        <pc:sldMkLst>
          <pc:docMk/>
          <pc:sldMk cId="1308982476" sldId="324"/>
        </pc:sldMkLst>
      </pc:sldChg>
      <pc:sldChg chg="modTransition">
        <pc:chgData name="James Bottari" userId="aa7a7255-5a07-4af6-b02d-40373b14c66b" providerId="ADAL" clId="{2A90D428-1A59-4DB9-A580-CD001627778A}" dt="2024-12-13T06:27:35.516" v="9"/>
        <pc:sldMkLst>
          <pc:docMk/>
          <pc:sldMk cId="1705586881" sldId="325"/>
        </pc:sldMkLst>
      </pc:sldChg>
      <pc:sldChg chg="modTransition modAnim">
        <pc:chgData name="James Bottari" userId="aa7a7255-5a07-4af6-b02d-40373b14c66b" providerId="ADAL" clId="{2A90D428-1A59-4DB9-A580-CD001627778A}" dt="2024-12-13T06:28:32.574" v="126"/>
        <pc:sldMkLst>
          <pc:docMk/>
          <pc:sldMk cId="3741084860" sldId="326"/>
        </pc:sldMkLst>
      </pc:sldChg>
      <pc:sldMasterChg chg="modSldLayout">
        <pc:chgData name="James Bottari" userId="aa7a7255-5a07-4af6-b02d-40373b14c66b" providerId="ADAL" clId="{2A90D428-1A59-4DB9-A580-CD001627778A}" dt="2024-12-13T06:28:10.114" v="74"/>
        <pc:sldMasterMkLst>
          <pc:docMk/>
          <pc:sldMasterMk cId="1096814676" sldId="2147483895"/>
        </pc:sldMasterMkLst>
        <pc:sldLayoutChg chg="modTransition modAnim">
          <pc:chgData name="James Bottari" userId="aa7a7255-5a07-4af6-b02d-40373b14c66b" providerId="ADAL" clId="{2A90D428-1A59-4DB9-A580-CD001627778A}" dt="2024-12-13T06:28:07.578" v="63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05.426" v="52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02.361" v="42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10.114" v="74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modSldLayout">
        <pc:chgData name="James Bottari" userId="aa7a7255-5a07-4af6-b02d-40373b14c66b" providerId="ADAL" clId="{2A90D428-1A59-4DB9-A580-CD001627778A}" dt="2024-12-13T06:29:02.942" v="141"/>
        <pc:sldMasterMkLst>
          <pc:docMk/>
          <pc:sldMasterMk cId="3870990250" sldId="2147483896"/>
        </pc:sldMasterMkLst>
        <pc:sldLayoutChg chg="modTransition modAnim">
          <pc:chgData name="James Bottari" userId="aa7a7255-5a07-4af6-b02d-40373b14c66b" providerId="ADAL" clId="{2A90D428-1A59-4DB9-A580-CD001627778A}" dt="2024-12-13T06:28:57.231" v="135"/>
          <pc:sldLayoutMkLst>
            <pc:docMk/>
            <pc:sldMasterMk cId="3870990250" sldId="2147483896"/>
            <pc:sldLayoutMk cId="3376014336" sldId="2147483649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9:02.942" v="141"/>
          <pc:sldLayoutMkLst>
            <pc:docMk/>
            <pc:sldMasterMk cId="3870990250" sldId="2147483896"/>
            <pc:sldLayoutMk cId="3792869417" sldId="2147483897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52.450" v="32"/>
          <pc:sldLayoutMkLst>
            <pc:docMk/>
            <pc:sldMasterMk cId="3870990250" sldId="2147483896"/>
            <pc:sldLayoutMk cId="2994822769" sldId="2147483898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9:00.277" v="139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modSldLayout">
        <pc:chgData name="James Bottari" userId="aa7a7255-5a07-4af6-b02d-40373b14c66b" providerId="ADAL" clId="{2A90D428-1A59-4DB9-A580-CD001627778A}" dt="2024-12-13T06:28:25.945" v="125"/>
        <pc:sldMasterMkLst>
          <pc:docMk/>
          <pc:sldMasterMk cId="1584904203" sldId="2147483904"/>
        </pc:sldMasterMkLst>
        <pc:sldLayoutChg chg="modTransition modAnim">
          <pc:chgData name="James Bottari" userId="aa7a7255-5a07-4af6-b02d-40373b14c66b" providerId="ADAL" clId="{2A90D428-1A59-4DB9-A580-CD001627778A}" dt="2024-12-13T06:28:13.684" v="86"/>
          <pc:sldLayoutMkLst>
            <pc:docMk/>
            <pc:sldMasterMk cId="1584904203" sldId="2147483904"/>
            <pc:sldLayoutMk cId="1393762226" sldId="2147483905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16.783" v="103"/>
          <pc:sldLayoutMkLst>
            <pc:docMk/>
            <pc:sldMasterMk cId="1584904203" sldId="2147483904"/>
            <pc:sldLayoutMk cId="747897296" sldId="2147483906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23.354" v="122"/>
          <pc:sldLayoutMkLst>
            <pc:docMk/>
            <pc:sldMasterMk cId="1584904203" sldId="2147483904"/>
            <pc:sldLayoutMk cId="3542484949" sldId="2147483907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25.945" v="125"/>
          <pc:sldLayoutMkLst>
            <pc:docMk/>
            <pc:sldMasterMk cId="1584904203" sldId="2147483904"/>
            <pc:sldLayoutMk cId="3359192433" sldId="2147483910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20.435" v="119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modSldLayout">
        <pc:chgData name="James Bottari" userId="aa7a7255-5a07-4af6-b02d-40373b14c66b" providerId="ADAL" clId="{2A90D428-1A59-4DB9-A580-CD001627778A}" dt="2024-12-13T06:28:49.743" v="131"/>
        <pc:sldMasterMkLst>
          <pc:docMk/>
          <pc:sldMasterMk cId="2557689541" sldId="2147483924"/>
        </pc:sldMasterMkLst>
        <pc:sldLayoutChg chg="modTransition">
          <pc:chgData name="James Bottari" userId="aa7a7255-5a07-4af6-b02d-40373b14c66b" providerId="ADAL" clId="{2A90D428-1A59-4DB9-A580-CD001627778A}" dt="2024-12-13T06:27:41.441" v="17"/>
          <pc:sldLayoutMkLst>
            <pc:docMk/>
            <pc:sldMasterMk cId="2557689541" sldId="2147483924"/>
            <pc:sldLayoutMk cId="662095832" sldId="2147483926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2.828" v="19"/>
          <pc:sldLayoutMkLst>
            <pc:docMk/>
            <pc:sldMasterMk cId="2557689541" sldId="2147483924"/>
            <pc:sldLayoutMk cId="2136145471" sldId="2147483939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37.809" v="12"/>
          <pc:sldLayoutMkLst>
            <pc:docMk/>
            <pc:sldMasterMk cId="2557689541" sldId="2147483924"/>
            <pc:sldLayoutMk cId="2935727249" sldId="2147483953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32.574" v="126"/>
          <pc:sldLayoutMkLst>
            <pc:docMk/>
            <pc:sldMasterMk cId="2557689541" sldId="2147483924"/>
            <pc:sldLayoutMk cId="3133591715" sldId="2147483954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6.975" v="25"/>
          <pc:sldLayoutMkLst>
            <pc:docMk/>
            <pc:sldMasterMk cId="2557689541" sldId="2147483924"/>
            <pc:sldLayoutMk cId="2792437263" sldId="2147483955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9.045" v="28"/>
          <pc:sldLayoutMkLst>
            <pc:docMk/>
            <pc:sldMasterMk cId="2557689541" sldId="2147483924"/>
            <pc:sldLayoutMk cId="1748968647" sldId="2147483956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4.920" v="22"/>
          <pc:sldLayoutMkLst>
            <pc:docMk/>
            <pc:sldMasterMk cId="2557689541" sldId="2147483924"/>
            <pc:sldLayoutMk cId="1616492962" sldId="2147483957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0.709" v="16"/>
          <pc:sldLayoutMkLst>
            <pc:docMk/>
            <pc:sldMasterMk cId="2557689541" sldId="2147483924"/>
            <pc:sldLayoutMk cId="2537478654" sldId="2147483958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2.095" v="18"/>
          <pc:sldLayoutMkLst>
            <pc:docMk/>
            <pc:sldMasterMk cId="2557689541" sldId="2147483924"/>
            <pc:sldLayoutMk cId="2255840168" sldId="2147483959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5.625" v="23"/>
          <pc:sldLayoutMkLst>
            <pc:docMk/>
            <pc:sldMasterMk cId="2557689541" sldId="2147483924"/>
            <pc:sldLayoutMk cId="2905150168" sldId="2147483960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35.516" v="9"/>
          <pc:sldLayoutMkLst>
            <pc:docMk/>
            <pc:sldMasterMk cId="2557689541" sldId="2147483924"/>
            <pc:sldLayoutMk cId="2560168924" sldId="2147483961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49.743" v="131"/>
          <pc:sldLayoutMkLst>
            <pc:docMk/>
            <pc:sldMasterMk cId="2557689541" sldId="2147483924"/>
            <pc:sldLayoutMk cId="4002871511" sldId="2147483963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37.049" v="11"/>
          <pc:sldLayoutMkLst>
            <pc:docMk/>
            <pc:sldMasterMk cId="2557689541" sldId="2147483924"/>
            <pc:sldLayoutMk cId="207074033" sldId="2147483964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6.323" v="24"/>
          <pc:sldLayoutMkLst>
            <pc:docMk/>
            <pc:sldMasterMk cId="2557689541" sldId="2147483924"/>
            <pc:sldLayoutMk cId="2382353240" sldId="2147483965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38.638" v="127"/>
          <pc:sldLayoutMkLst>
            <pc:docMk/>
            <pc:sldMasterMk cId="2557689541" sldId="2147483924"/>
            <pc:sldLayoutMk cId="475247331" sldId="2147483966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43.711" v="128"/>
          <pc:sldLayoutMkLst>
            <pc:docMk/>
            <pc:sldMasterMk cId="2557689541" sldId="2147483924"/>
            <pc:sldLayoutMk cId="3845850737" sldId="2147483968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3.496" v="20"/>
          <pc:sldLayoutMkLst>
            <pc:docMk/>
            <pc:sldMasterMk cId="2557689541" sldId="2147483924"/>
            <pc:sldLayoutMk cId="3806122435" sldId="2147483969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36.271" v="10"/>
          <pc:sldLayoutMkLst>
            <pc:docMk/>
            <pc:sldMasterMk cId="2557689541" sldId="2147483924"/>
            <pc:sldLayoutMk cId="1544716566" sldId="2147483970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7.665" v="26"/>
          <pc:sldLayoutMkLst>
            <pc:docMk/>
            <pc:sldMasterMk cId="2557689541" sldId="2147483924"/>
            <pc:sldLayoutMk cId="2276701835" sldId="2147483973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8.347" v="27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E2C29A58-B280-454D-8AE5-6B06D3726419}"/>
    <pc:docChg chg="undo custSel delSld modSld modMainMaster">
      <pc:chgData name="James Bottari" userId="aa7a7255-5a07-4af6-b02d-40373b14c66b" providerId="ADAL" clId="{E2C29A58-B280-454D-8AE5-6B06D3726419}" dt="2024-12-10T03:14:41.610" v="134" actId="47"/>
      <pc:docMkLst>
        <pc:docMk/>
      </pc:docMkLst>
      <pc:sldChg chg="modSp mod">
        <pc:chgData name="James Bottari" userId="aa7a7255-5a07-4af6-b02d-40373b14c66b" providerId="ADAL" clId="{E2C29A58-B280-454D-8AE5-6B06D3726419}" dt="2024-12-10T03:12:40.111" v="125" actId="27636"/>
        <pc:sldMkLst>
          <pc:docMk/>
          <pc:sldMk cId="1269259594" sldId="270"/>
        </pc:sldMkLst>
      </pc:sldChg>
      <pc:sldChg chg="modSp mod">
        <pc:chgData name="James Bottari" userId="aa7a7255-5a07-4af6-b02d-40373b14c66b" providerId="ADAL" clId="{E2C29A58-B280-454D-8AE5-6B06D3726419}" dt="2024-12-10T03:12:40.092" v="124" actId="27636"/>
        <pc:sldMkLst>
          <pc:docMk/>
          <pc:sldMk cId="635136332" sldId="303"/>
        </pc:sldMkLst>
      </pc:sldChg>
      <pc:sldChg chg="del">
        <pc:chgData name="James Bottari" userId="aa7a7255-5a07-4af6-b02d-40373b14c66b" providerId="ADAL" clId="{E2C29A58-B280-454D-8AE5-6B06D3726419}" dt="2024-12-10T03:14:41.610" v="134" actId="47"/>
        <pc:sldMkLst>
          <pc:docMk/>
          <pc:sldMk cId="893122604" sldId="313"/>
        </pc:sldMkLst>
      </pc:sldChg>
      <pc:sldChg chg="del">
        <pc:chgData name="James Bottari" userId="aa7a7255-5a07-4af6-b02d-40373b14c66b" providerId="ADAL" clId="{E2C29A58-B280-454D-8AE5-6B06D3726419}" dt="2024-12-10T03:14:40.713" v="133" actId="47"/>
        <pc:sldMkLst>
          <pc:docMk/>
          <pc:sldMk cId="708943038" sldId="314"/>
        </pc:sldMkLst>
      </pc:sldChg>
      <pc:sldChg chg="del">
        <pc:chgData name="James Bottari" userId="aa7a7255-5a07-4af6-b02d-40373b14c66b" providerId="ADAL" clId="{E2C29A58-B280-454D-8AE5-6B06D3726419}" dt="2024-12-10T03:14:39.770" v="132" actId="47"/>
        <pc:sldMkLst>
          <pc:docMk/>
          <pc:sldMk cId="2925611277" sldId="316"/>
        </pc:sldMkLst>
      </pc:sldChg>
      <pc:sldMasterChg chg="addSp delSp modSp mod modSldLayout">
        <pc:chgData name="James Bottari" userId="aa7a7255-5a07-4af6-b02d-40373b14c66b" providerId="ADAL" clId="{E2C29A58-B280-454D-8AE5-6B06D3726419}" dt="2024-12-10T03:13:08.326" v="129" actId="2711"/>
        <pc:sldMasterMkLst>
          <pc:docMk/>
          <pc:sldMasterMk cId="1096814676" sldId="2147483895"/>
        </pc:sldMasterMkLst>
        <pc:sldLayoutChg chg="modSp">
          <pc:chgData name="James Bottari" userId="aa7a7255-5a07-4af6-b02d-40373b14c66b" providerId="ADAL" clId="{E2C29A58-B280-454D-8AE5-6B06D3726419}" dt="2024-12-10T03:12:59.783" v="128" actId="2711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Sp">
          <pc:chgData name="James Bottari" userId="aa7a7255-5a07-4af6-b02d-40373b14c66b" providerId="ADAL" clId="{E2C29A58-B280-454D-8AE5-6B06D3726419}" dt="2024-12-10T03:12:53.588" v="127" actId="2711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Sp">
          <pc:chgData name="James Bottari" userId="aa7a7255-5a07-4af6-b02d-40373b14c66b" providerId="ADAL" clId="{E2C29A58-B280-454D-8AE5-6B06D3726419}" dt="2024-12-10T03:12:47.433" v="126" actId="2711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Sp">
          <pc:chgData name="James Bottari" userId="aa7a7255-5a07-4af6-b02d-40373b14c66b" providerId="ADAL" clId="{E2C29A58-B280-454D-8AE5-6B06D3726419}" dt="2024-12-10T03:13:08.326" v="129" actId="2711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addSp modSp modSldLayout">
        <pc:chgData name="James Bottari" userId="aa7a7255-5a07-4af6-b02d-40373b14c66b" providerId="ADAL" clId="{E2C29A58-B280-454D-8AE5-6B06D3726419}" dt="2024-12-10T03:12:08.729" v="119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E2C29A58-B280-454D-8AE5-6B06D3726419}" dt="2024-12-10T03:12:01.311" v="115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2:08.729" v="119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2:04.912" v="117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addSp delSp modSp mod modSldLayout">
        <pc:chgData name="James Bottari" userId="aa7a7255-5a07-4af6-b02d-40373b14c66b" providerId="ADAL" clId="{E2C29A58-B280-454D-8AE5-6B06D3726419}" dt="2024-12-10T03:13:15.222" v="130" actId="14100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E2C29A58-B280-454D-8AE5-6B06D3726419}" dt="2024-12-10T03:13:15.222" v="130" actId="14100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11.141" v="47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37.267" v="52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40.790" v="54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26.122" v="50" actId="1076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E2C29A58-B280-454D-8AE5-6B06D3726419}" dt="2024-12-10T03:13:34.615" v="131" actId="2711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E2C29A58-B280-454D-8AE5-6B06D3726419}" dt="2024-12-10T03:10:22.346" v="87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43.365" v="93" actId="1076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3:34.615" v="131" actId="2711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9:08.498" v="66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40.066" v="106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53.985" v="112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28.513" v="100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18.331" v="85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34.816" v="90" actId="1076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32.245" v="102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48.303" v="58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03.063" v="98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57.027" v="62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36.577" v="104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9:47.687" v="78" actId="6549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13.610" v="83" actId="20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54.230" v="96" actId="1076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53.234" v="60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45.026" v="108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48.945" v="110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E9BB78DC-6604-4FD1-9EE9-045D7E77141F}"/>
    <pc:docChg chg="undo custSel modSld modMainMaster">
      <pc:chgData name="James Bottari" userId="aa7a7255-5a07-4af6-b02d-40373b14c66b" providerId="ADAL" clId="{E9BB78DC-6604-4FD1-9EE9-045D7E77141F}" dt="2024-11-26T07:26:40.949" v="244" actId="12788"/>
      <pc:docMkLst>
        <pc:docMk/>
      </pc:docMkLst>
      <pc:sldChg chg="modSp mod">
        <pc:chgData name="James Bottari" userId="aa7a7255-5a07-4af6-b02d-40373b14c66b" providerId="ADAL" clId="{E9BB78DC-6604-4FD1-9EE9-045D7E77141F}" dt="2024-11-26T04:24:18.904" v="14" actId="20577"/>
        <pc:sldMkLst>
          <pc:docMk/>
          <pc:sldMk cId="4055861119" sldId="276"/>
        </pc:sldMkLst>
      </pc:sldChg>
      <pc:sldChg chg="modSp mod">
        <pc:chgData name="James Bottari" userId="aa7a7255-5a07-4af6-b02d-40373b14c66b" providerId="ADAL" clId="{E9BB78DC-6604-4FD1-9EE9-045D7E77141F}" dt="2024-11-26T04:24:25.576" v="16" actId="20577"/>
        <pc:sldMkLst>
          <pc:docMk/>
          <pc:sldMk cId="2076787606" sldId="294"/>
        </pc:sldMkLst>
      </pc:sldChg>
      <pc:sldChg chg="modAnim">
        <pc:chgData name="James Bottari" userId="aa7a7255-5a07-4af6-b02d-40373b14c66b" providerId="ADAL" clId="{E9BB78DC-6604-4FD1-9EE9-045D7E77141F}" dt="2024-11-26T07:17:20.471" v="223"/>
        <pc:sldMkLst>
          <pc:docMk/>
          <pc:sldMk cId="2385859357" sldId="296"/>
        </pc:sldMkLst>
      </pc:sldChg>
      <pc:sldChg chg="modSp mod">
        <pc:chgData name="James Bottari" userId="aa7a7255-5a07-4af6-b02d-40373b14c66b" providerId="ADAL" clId="{E9BB78DC-6604-4FD1-9EE9-045D7E77141F}" dt="2024-11-26T04:27:52.477" v="57" actId="27636"/>
        <pc:sldMkLst>
          <pc:docMk/>
          <pc:sldMk cId="635136332" sldId="303"/>
        </pc:sldMkLst>
      </pc:sldChg>
      <pc:sldChg chg="modSp mod">
        <pc:chgData name="James Bottari" userId="aa7a7255-5a07-4af6-b02d-40373b14c66b" providerId="ADAL" clId="{E9BB78DC-6604-4FD1-9EE9-045D7E77141F}" dt="2024-11-26T04:27:58.824" v="59" actId="20577"/>
        <pc:sldMkLst>
          <pc:docMk/>
          <pc:sldMk cId="1086656556" sldId="317"/>
        </pc:sldMkLst>
      </pc:sldChg>
      <pc:sldChg chg="modSp mod">
        <pc:chgData name="James Bottari" userId="aa7a7255-5a07-4af6-b02d-40373b14c66b" providerId="ADAL" clId="{E9BB78DC-6604-4FD1-9EE9-045D7E77141F}" dt="2024-11-26T04:26:13.616" v="34" actId="20577"/>
        <pc:sldMkLst>
          <pc:docMk/>
          <pc:sldMk cId="429500297" sldId="318"/>
        </pc:sldMkLst>
      </pc:sldChg>
      <pc:sldChg chg="modSp mod">
        <pc:chgData name="James Bottari" userId="aa7a7255-5a07-4af6-b02d-40373b14c66b" providerId="ADAL" clId="{E9BB78DC-6604-4FD1-9EE9-045D7E77141F}" dt="2024-11-26T04:27:43.409" v="53" actId="20577"/>
        <pc:sldMkLst>
          <pc:docMk/>
          <pc:sldMk cId="2099607510" sldId="321"/>
        </pc:sldMkLst>
      </pc:sldChg>
      <pc:sldChg chg="modSp mod">
        <pc:chgData name="James Bottari" userId="aa7a7255-5a07-4af6-b02d-40373b14c66b" providerId="ADAL" clId="{E9BB78DC-6604-4FD1-9EE9-045D7E77141F}" dt="2024-11-26T04:24:04.584" v="6" actId="20577"/>
        <pc:sldMkLst>
          <pc:docMk/>
          <pc:sldMk cId="3040465958" sldId="322"/>
        </pc:sldMkLst>
      </pc:sldChg>
      <pc:sldChg chg="modSp mod">
        <pc:chgData name="James Bottari" userId="aa7a7255-5a07-4af6-b02d-40373b14c66b" providerId="ADAL" clId="{E9BB78DC-6604-4FD1-9EE9-045D7E77141F}" dt="2024-11-26T04:27:26.441" v="47" actId="20577"/>
        <pc:sldMkLst>
          <pc:docMk/>
          <pc:sldMk cId="1826894909" sldId="323"/>
        </pc:sldMkLst>
      </pc:sldChg>
      <pc:sldChg chg="modSp mod">
        <pc:chgData name="James Bottari" userId="aa7a7255-5a07-4af6-b02d-40373b14c66b" providerId="ADAL" clId="{E9BB78DC-6604-4FD1-9EE9-045D7E77141F}" dt="2024-11-26T04:27:34.020" v="51" actId="20577"/>
        <pc:sldMkLst>
          <pc:docMk/>
          <pc:sldMk cId="1308982476" sldId="324"/>
        </pc:sldMkLst>
      </pc:sldChg>
      <pc:sldChg chg="modSp mod">
        <pc:chgData name="James Bottari" userId="aa7a7255-5a07-4af6-b02d-40373b14c66b" providerId="ADAL" clId="{E9BB78DC-6604-4FD1-9EE9-045D7E77141F}" dt="2024-11-26T04:24:39.003" v="24" actId="20577"/>
        <pc:sldMkLst>
          <pc:docMk/>
          <pc:sldMk cId="1705586881" sldId="325"/>
        </pc:sldMkLst>
      </pc:sldChg>
      <pc:sldChg chg="modSp mod">
        <pc:chgData name="James Bottari" userId="aa7a7255-5a07-4af6-b02d-40373b14c66b" providerId="ADAL" clId="{E9BB78DC-6604-4FD1-9EE9-045D7E77141F}" dt="2024-11-26T04:24:42.762" v="26" actId="20577"/>
        <pc:sldMkLst>
          <pc:docMk/>
          <pc:sldMk cId="3741084860" sldId="326"/>
        </pc:sldMkLst>
      </pc:sldChg>
      <pc:sldMasterChg chg="addSp delSp modSp mod modSldLayout">
        <pc:chgData name="James Bottari" userId="aa7a7255-5a07-4af6-b02d-40373b14c66b" providerId="ADAL" clId="{E9BB78DC-6604-4FD1-9EE9-045D7E77141F}" dt="2024-11-26T04:36:18.322" v="121"/>
        <pc:sldMasterMkLst>
          <pc:docMk/>
          <pc:sldMasterMk cId="1096814676" sldId="2147483895"/>
        </pc:sldMasterMkLst>
        <pc:sldLayoutChg chg="addSp modSp">
          <pc:chgData name="James Bottari" userId="aa7a7255-5a07-4af6-b02d-40373b14c66b" providerId="ADAL" clId="{E9BB78DC-6604-4FD1-9EE9-045D7E77141F}" dt="2024-11-26T04:29:43.918" v="68"/>
          <pc:sldLayoutMkLst>
            <pc:docMk/>
            <pc:sldMasterMk cId="1096814676" sldId="2147483895"/>
            <pc:sldLayoutMk cId="476608779" sldId="2147483901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41.596" v="67"/>
          <pc:sldLayoutMkLst>
            <pc:docMk/>
            <pc:sldMasterMk cId="1096814676" sldId="2147483895"/>
            <pc:sldLayoutMk cId="2939810570" sldId="2147483902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37.551" v="66"/>
          <pc:sldLayoutMkLst>
            <pc:docMk/>
            <pc:sldMasterMk cId="1096814676" sldId="2147483895"/>
            <pc:sldLayoutMk cId="3255171268" sldId="2147483971"/>
          </pc:sldLayoutMkLst>
        </pc:sldLayoutChg>
        <pc:sldLayoutChg chg="addSp modSp mod">
          <pc:chgData name="James Bottari" userId="aa7a7255-5a07-4af6-b02d-40373b14c66b" providerId="ADAL" clId="{E9BB78DC-6604-4FD1-9EE9-045D7E77141F}" dt="2024-11-26T04:30:07.035" v="72" actId="207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7:26:40.949" v="244" actId="12788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E9BB78DC-6604-4FD1-9EE9-045D7E77141F}" dt="2024-11-26T04:51:03.877" v="199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7:21:59.675" v="240" actId="12788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 delAnim modAnim">
          <pc:chgData name="James Bottari" userId="aa7a7255-5a07-4af6-b02d-40373b14c66b" providerId="ADAL" clId="{E9BB78DC-6604-4FD1-9EE9-045D7E77141F}" dt="2024-11-26T07:26:40.949" v="244" actId="12788"/>
          <pc:sldLayoutMkLst>
            <pc:docMk/>
            <pc:sldMasterMk cId="3870990250" sldId="2147483896"/>
            <pc:sldLayoutMk cId="2994822769" sldId="214748389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1:06.127" v="200"/>
          <pc:sldLayoutMkLst>
            <pc:docMk/>
            <pc:sldMasterMk cId="3870990250" sldId="2147483896"/>
            <pc:sldLayoutMk cId="1416010805" sldId="2147483900"/>
          </pc:sldLayoutMkLst>
        </pc:sldLayoutChg>
        <pc:sldLayoutChg chg="addSp modSp">
          <pc:chgData name="James Bottari" userId="aa7a7255-5a07-4af6-b02d-40373b14c66b" providerId="ADAL" clId="{E9BB78DC-6604-4FD1-9EE9-045D7E77141F}" dt="2024-11-26T04:56:39.481" v="222"/>
          <pc:sldLayoutMkLst>
            <pc:docMk/>
            <pc:sldMasterMk cId="3870990250" sldId="2147483896"/>
            <pc:sldLayoutMk cId="1322610537" sldId="2147483976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52:03.073" v="207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E9BB78DC-6604-4FD1-9EE9-045D7E77141F}" dt="2024-11-26T04:51:53.518" v="204" actId="1035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1:56.607" v="205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49:32.327" v="172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03.073" v="207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modSp">
          <pc:chgData name="James Bottari" userId="aa7a7255-5a07-4af6-b02d-40373b14c66b" providerId="ADAL" clId="{E9BB78DC-6604-4FD1-9EE9-045D7E77141F}" dt="2024-11-26T04:51:58.592" v="206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52:31.537" v="220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E9BB78DC-6604-4FD1-9EE9-045D7E77141F}" dt="2024-11-26T04:52:15.747" v="211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18.370" v="213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09.779" v="210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49:57.450" v="180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27.552" v="219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31.537" v="220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22.305" v="216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13.494" v="185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16.903" v="212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24.495" v="217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05.107" v="208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21.042" v="215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49:52.678" v="178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25.580" v="218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02.866" v="182" actId="207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08.868" v="184" actId="20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19.987" v="214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07.292" v="209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45.250" v="195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47.700" v="196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B32D86-EDB0-94DD-AFEF-75494E3978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082A9-D7BA-C188-D01F-CA617A3BD7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3C91-DD13-404D-8C62-0A4BF608F54D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D9015A-D6A8-36AB-EDD7-F5AED7A5DD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A5E5C3-8667-D9DA-8319-2D478162F18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752A7-FA3C-C749-A599-A6DCAE9292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212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tags" Target="../tags/tag30.xml"/><Relationship Id="rId6" Type="http://schemas.openxmlformats.org/officeDocument/2006/relationships/tags" Target="../tags/tag31.xml"/><Relationship Id="rId7" Type="http://schemas.openxmlformats.org/officeDocument/2006/relationships/tags" Target="../tags/tag3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541D36-1697-495B-BB41-2F1AD1ECA732}" type="datetimeFigureOut">
              <a:rPr lang="en-GB" smtClean="0"/>
              <a:t>26/05/2025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84D903-F58A-4579-9C68-3A1F6652A1B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94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このスライドが本日の核。失敗パターンと打ち手を1枚にまとめて、議論の出発点とする。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Relationship Id="rId3" Type="http://schemas.openxmlformats.org/officeDocument/2006/relationships/image" Target="../media/image13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4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8.png"/><Relationship Id="rId5" Type="http://schemas.openxmlformats.org/officeDocument/2006/relationships/image" Target="../media/image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7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5.emf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19.png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0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2.png"/><Relationship Id="rId4" Type="http://schemas.microsoft.com/office/2007/relationships/hdphoto" Target="../media/hdphoto1.wdp"/><Relationship Id="rId5" Type="http://schemas.openxmlformats.org/officeDocument/2006/relationships/image" Target="../media/image23.emf"/><Relationship Id="rId6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_Back">
            <a:extLst>
              <a:ext uri="{FF2B5EF4-FFF2-40B4-BE49-F238E27FC236}">
                <a16:creationId xmlns:a16="http://schemas.microsoft.com/office/drawing/2014/main" id="{8DBCB7A3-3BE6-4788-BFE3-E47DA0AE75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2" b="23692"/>
          <a:stretch/>
        </p:blipFill>
        <p:spPr>
          <a:xfrm>
            <a:off x="-1" y="1625601"/>
            <a:ext cx="12192001" cy="5232400"/>
          </a:xfrm>
          <a:prstGeom prst="rect">
            <a:avLst/>
          </a:prstGeom>
        </p:spPr>
      </p:pic>
      <p:cxnSp>
        <p:nvCxnSpPr>
          <p:cNvPr id="13" name="Line orange">
            <a:extLst>
              <a:ext uri="{FF2B5EF4-FFF2-40B4-BE49-F238E27FC236}">
                <a16:creationId xmlns:a16="http://schemas.microsoft.com/office/drawing/2014/main" id="{182567DD-ED40-1860-9FE0-B8B0E388832E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05249" y="22405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Line Date">
            <a:extLst>
              <a:ext uri="{FF2B5EF4-FFF2-40B4-BE49-F238E27FC236}">
                <a16:creationId xmlns:a16="http://schemas.microsoft.com/office/drawing/2014/main" id="{96460BEA-8772-41B7-9487-28AE6276301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15279" y="4394716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s_Date">
            <a:extLst>
              <a:ext uri="{FF2B5EF4-FFF2-40B4-BE49-F238E27FC236}">
                <a16:creationId xmlns:a16="http://schemas.microsoft.com/office/drawing/2014/main" id="{5CC81083-483D-7D00-FB86-778854F97D4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14695" y="4373691"/>
            <a:ext cx="2833687" cy="23958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8" name="Res_SubTitle">
            <a:extLst>
              <a:ext uri="{FF2B5EF4-FFF2-40B4-BE49-F238E27FC236}">
                <a16:creationId xmlns:a16="http://schemas.microsoft.com/office/drawing/2014/main" id="{38B5FF7E-6EF3-9DCA-B696-C3D7915B4D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02521" y="3618044"/>
            <a:ext cx="8640000" cy="43656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D3C47B57-E1D6-7055-CC9F-CD9FBACB4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284" y="2802753"/>
            <a:ext cx="8640000" cy="54927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/>
              <a:t>Modify the Title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37003B-42F8-60C1-C754-D7ADFEEBFD8D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BD0BA144-5C1C-85EA-17DA-43F7847633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17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sh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G_Back">
            <a:extLst>
              <a:ext uri="{FF2B5EF4-FFF2-40B4-BE49-F238E27FC236}">
                <a16:creationId xmlns:a16="http://schemas.microsoft.com/office/drawing/2014/main" id="{9008214D-B784-B570-F58F-EF90B42BD2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7825"/>
          <a:stretch/>
        </p:blipFill>
        <p:spPr>
          <a:xfrm>
            <a:off x="0" y="3930650"/>
            <a:ext cx="12192000" cy="292735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198019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Line Date">
            <a:extLst>
              <a:ext uri="{FF2B5EF4-FFF2-40B4-BE49-F238E27FC236}">
                <a16:creationId xmlns:a16="http://schemas.microsoft.com/office/drawing/2014/main" id="{3947B639-9C95-C83C-CB62-A41D72E21B28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04958" y="4122867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s_Date">
            <a:extLst>
              <a:ext uri="{FF2B5EF4-FFF2-40B4-BE49-F238E27FC236}">
                <a16:creationId xmlns:a16="http://schemas.microsoft.com/office/drawing/2014/main" id="{D4943331-F70C-5019-D05F-A567F8BCD4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04374" y="4101842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6" name="Res_SubTitle">
            <a:extLst>
              <a:ext uri="{FF2B5EF4-FFF2-40B4-BE49-F238E27FC236}">
                <a16:creationId xmlns:a16="http://schemas.microsoft.com/office/drawing/2014/main" id="{90EFAD82-46D0-27D9-9B9E-E5D822602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346195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7" name="Res_Title_01">
            <a:extLst>
              <a:ext uri="{FF2B5EF4-FFF2-40B4-BE49-F238E27FC236}">
                <a16:creationId xmlns:a16="http://schemas.microsoft.com/office/drawing/2014/main" id="{1C7729D2-A7D2-BDC6-7120-338E05DDD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963" y="2530904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/>
              <a:t>Modify the Title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3124558-86B5-EF59-1AA8-196F07800A2C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0B2E4D34-8631-3647-CD37-E89B9EA613C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10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in the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G_Bottom">
            <a:extLst>
              <a:ext uri="{FF2B5EF4-FFF2-40B4-BE49-F238E27FC236}">
                <a16:creationId xmlns:a16="http://schemas.microsoft.com/office/drawing/2014/main" id="{CB106D5C-FC53-BD62-C543-F806BDA1D9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002" r="8002"/>
          <a:stretch/>
        </p:blipFill>
        <p:spPr>
          <a:xfrm>
            <a:off x="0" y="4317686"/>
            <a:ext cx="4514336" cy="2538726"/>
          </a:xfrm>
          <a:prstGeom prst="rect">
            <a:avLst/>
          </a:prstGeom>
        </p:spPr>
      </p:pic>
      <p:pic>
        <p:nvPicPr>
          <p:cNvPr id="2" name="IMG_Top">
            <a:extLst>
              <a:ext uri="{FF2B5EF4-FFF2-40B4-BE49-F238E27FC236}">
                <a16:creationId xmlns:a16="http://schemas.microsoft.com/office/drawing/2014/main" id="{30770C7D-DCA9-62FE-3E95-C583EAA379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486" b="4486"/>
          <a:stretch/>
        </p:blipFill>
        <p:spPr>
          <a:xfrm>
            <a:off x="6508409" y="0"/>
            <a:ext cx="5683592" cy="3196281"/>
          </a:xfrm>
          <a:prstGeom prst="rect">
            <a:avLst/>
          </a:prstGeom>
        </p:spPr>
      </p:pic>
      <p:cxnSp>
        <p:nvCxnSpPr>
          <p:cNvPr id="9" name="Line orange">
            <a:extLst>
              <a:ext uri="{FF2B5EF4-FFF2-40B4-BE49-F238E27FC236}">
                <a16:creationId xmlns:a16="http://schemas.microsoft.com/office/drawing/2014/main" id="{16B84063-36BD-CE65-799F-3C67008E24D0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73965" y="2181145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Line Date">
            <a:extLst>
              <a:ext uri="{FF2B5EF4-FFF2-40B4-BE49-F238E27FC236}">
                <a16:creationId xmlns:a16="http://schemas.microsoft.com/office/drawing/2014/main" id="{E98AAA72-2D16-8EDB-7077-E1B9B7026C11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890781" y="4337050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s_Date">
            <a:extLst>
              <a:ext uri="{FF2B5EF4-FFF2-40B4-BE49-F238E27FC236}">
                <a16:creationId xmlns:a16="http://schemas.microsoft.com/office/drawing/2014/main" id="{FCFA7EA5-DE6D-F9EB-4030-D8D0DC74EB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90197" y="4316025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6" name="Res_SubTitle">
            <a:extLst>
              <a:ext uri="{FF2B5EF4-FFF2-40B4-BE49-F238E27FC236}">
                <a16:creationId xmlns:a16="http://schemas.microsoft.com/office/drawing/2014/main" id="{47D5ABAF-8BC5-E9B6-06EA-470435528E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8023" y="3560378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7" name="Res_Title_01">
            <a:extLst>
              <a:ext uri="{FF2B5EF4-FFF2-40B4-BE49-F238E27FC236}">
                <a16:creationId xmlns:a16="http://schemas.microsoft.com/office/drawing/2014/main" id="{9ED3841C-D7FF-BF65-BEDD-7D574FCAAF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2786" y="2745087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/>
              <a:t>Modify the Title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F9800F2-6602-7E58-3085-37A71052D029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B1EBBAA5-5C14-7565-5309-35F3543415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73549" y="5764839"/>
            <a:ext cx="2887338" cy="85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608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ye Akkod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4069C927-C3EE-B539-65EC-A1B438541D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24564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Line Date">
            <a:extLst>
              <a:ext uri="{FF2B5EF4-FFF2-40B4-BE49-F238E27FC236}">
                <a16:creationId xmlns:a16="http://schemas.microsoft.com/office/drawing/2014/main" id="{788B03B2-95A0-1A98-591B-EDB8196BE417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108185" y="5243215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s_Date">
            <a:extLst>
              <a:ext uri="{FF2B5EF4-FFF2-40B4-BE49-F238E27FC236}">
                <a16:creationId xmlns:a16="http://schemas.microsoft.com/office/drawing/2014/main" id="{1D5D44EC-E268-C0CF-5E19-BD4AD60024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7601" y="5222190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3" name="Res_SubTitle">
            <a:extLst>
              <a:ext uri="{FF2B5EF4-FFF2-40B4-BE49-F238E27FC236}">
                <a16:creationId xmlns:a16="http://schemas.microsoft.com/office/drawing/2014/main" id="{BC7EFFBD-647C-2033-8560-EEB6C177C6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95427" y="4466543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CEED42CD-E0B5-019E-41EB-17D295D19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0190" y="3651252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3DE6C6-49D0-5323-96E7-A029A118351D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63016DE8-026C-41E9-350A-4C24E777FF3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104" y="2858016"/>
            <a:ext cx="3017520" cy="89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80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Compu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11562" y="2596081"/>
            <a:ext cx="8180438" cy="4261919"/>
          </a:xfrm>
          <a:prstGeom prst="rect">
            <a:avLst/>
          </a:prstGeom>
        </p:spPr>
      </p:pic>
      <p:cxnSp>
        <p:nvCxnSpPr>
          <p:cNvPr id="3" name="Straight Connector 69">
            <a:extLst>
              <a:ext uri="{FF2B5EF4-FFF2-40B4-BE49-F238E27FC236}">
                <a16:creationId xmlns:a16="http://schemas.microsoft.com/office/drawing/2014/main" id="{BDB914D8-DAE9-CA40-74A0-5731702775DC}"/>
              </a:ext>
            </a:extLst>
          </p:cNvPr>
          <p:cNvCxnSpPr>
            <a:cxnSpLocks/>
          </p:cNvCxnSpPr>
          <p:nvPr userDrawn="1"/>
        </p:nvCxnSpPr>
        <p:spPr>
          <a:xfrm>
            <a:off x="1438233" y="23770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36">
            <a:extLst>
              <a:ext uri="{FF2B5EF4-FFF2-40B4-BE49-F238E27FC236}">
                <a16:creationId xmlns:a16="http://schemas.microsoft.com/office/drawing/2014/main" id="{848226C5-1394-2DD3-850E-BDF04369189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851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05A4AE02-F05D-1E4C-14F8-C4BB96BCA3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7" name="Res_Chapter_06">
            <a:extLst>
              <a:ext uri="{FF2B5EF4-FFF2-40B4-BE49-F238E27FC236}">
                <a16:creationId xmlns:a16="http://schemas.microsoft.com/office/drawing/2014/main" id="{309A7780-E0A5-B4EC-BD3B-27ED6F331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93875" y="518265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5">
            <a:extLst>
              <a:ext uri="{FF2B5EF4-FFF2-40B4-BE49-F238E27FC236}">
                <a16:creationId xmlns:a16="http://schemas.microsoft.com/office/drawing/2014/main" id="{4E373F42-A2DD-C573-C1C1-46B348D3AF0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3875" y="469597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0" name="Res_Chapter_04">
            <a:extLst>
              <a:ext uri="{FF2B5EF4-FFF2-40B4-BE49-F238E27FC236}">
                <a16:creationId xmlns:a16="http://schemas.microsoft.com/office/drawing/2014/main" id="{86AA234E-8BB8-8F46-24AF-820563CE1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3875" y="420929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3">
            <a:extLst>
              <a:ext uri="{FF2B5EF4-FFF2-40B4-BE49-F238E27FC236}">
                <a16:creationId xmlns:a16="http://schemas.microsoft.com/office/drawing/2014/main" id="{F5446193-CFC1-54EB-7BF4-3AB004C4F9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3875" y="372261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2" name="Res_Chapter_02">
            <a:extLst>
              <a:ext uri="{FF2B5EF4-FFF2-40B4-BE49-F238E27FC236}">
                <a16:creationId xmlns:a16="http://schemas.microsoft.com/office/drawing/2014/main" id="{B51A9797-ED1B-4D95-D84B-A70EC3AE18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3875" y="323592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1">
            <a:extLst>
              <a:ext uri="{FF2B5EF4-FFF2-40B4-BE49-F238E27FC236}">
                <a16:creationId xmlns:a16="http://schemas.microsoft.com/office/drawing/2014/main" id="{17C24F82-72E2-2BCD-AA8D-2A04FDD6A2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3875" y="274924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 dirty="0"/>
              <a:t>Insert Number and Chapter Title</a:t>
            </a:r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74A75735-6DC8-A53D-4DEB-111868C590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6200" y="519047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7" name="Res_Num_05">
            <a:extLst>
              <a:ext uri="{FF2B5EF4-FFF2-40B4-BE49-F238E27FC236}">
                <a16:creationId xmlns:a16="http://schemas.microsoft.com/office/drawing/2014/main" id="{AF803C3C-0D1A-A8FA-E0F9-57C34435A4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46200" y="469970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8" name="Res_Num_04">
            <a:extLst>
              <a:ext uri="{FF2B5EF4-FFF2-40B4-BE49-F238E27FC236}">
                <a16:creationId xmlns:a16="http://schemas.microsoft.com/office/drawing/2014/main" id="{1A74C670-327C-764C-E828-FAED231D05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46200" y="420894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9" name="Res_Num_03">
            <a:extLst>
              <a:ext uri="{FF2B5EF4-FFF2-40B4-BE49-F238E27FC236}">
                <a16:creationId xmlns:a16="http://schemas.microsoft.com/office/drawing/2014/main" id="{C879B91E-2854-C403-2B40-B1D14714BC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46200" y="371818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0" name="Res_Num_02">
            <a:extLst>
              <a:ext uri="{FF2B5EF4-FFF2-40B4-BE49-F238E27FC236}">
                <a16:creationId xmlns:a16="http://schemas.microsoft.com/office/drawing/2014/main" id="{0A05DF73-D271-C58F-0F3D-0B1BC3B693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46200" y="322741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1" name="Res_Num_01">
            <a:extLst>
              <a:ext uri="{FF2B5EF4-FFF2-40B4-BE49-F238E27FC236}">
                <a16:creationId xmlns:a16="http://schemas.microsoft.com/office/drawing/2014/main" id="{5249EC05-C1F0-74AA-7526-6271A03810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6200" y="273665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1</a:t>
            </a:r>
            <a:endParaRPr lang="en-US" dirty="0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43025" y="1800226"/>
            <a:ext cx="5058850" cy="4445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Click to insert a Title</a:t>
            </a:r>
            <a:endParaRPr 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BCCA48A-5907-963C-ED9D-740E5051AC1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4" name="TXT_@Akkodis">
            <a:extLst>
              <a:ext uri="{FF2B5EF4-FFF2-40B4-BE49-F238E27FC236}">
                <a16:creationId xmlns:a16="http://schemas.microsoft.com/office/drawing/2014/main" id="{501F030A-0410-ED6E-3923-D38083709AF3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5" name="TXT_@Akkodis">
            <a:extLst>
              <a:ext uri="{FF2B5EF4-FFF2-40B4-BE49-F238E27FC236}">
                <a16:creationId xmlns:a16="http://schemas.microsoft.com/office/drawing/2014/main" id="{1052A332-745B-13DF-B2CD-8F7FB11D5CA8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EF1C8B68-F029-E09F-3A5C-9C3F2F610E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76222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5516091" y="-1"/>
            <a:ext cx="5949951" cy="6858001"/>
          </a:xfrm>
          <a:prstGeom prst="rect">
            <a:avLst/>
          </a:prstGeom>
        </p:spPr>
      </p:pic>
      <p:sp>
        <p:nvSpPr>
          <p:cNvPr id="10" name="Oval 36">
            <a:extLst>
              <a:ext uri="{FF2B5EF4-FFF2-40B4-BE49-F238E27FC236}">
                <a16:creationId xmlns:a16="http://schemas.microsoft.com/office/drawing/2014/main" id="{372D8D00-6079-EBC5-AFED-F56E80F31A1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343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6D81F752-FA27-2E0D-3030-8F7D3E026D80}"/>
              </a:ext>
            </a:extLst>
          </p:cNvPr>
          <p:cNvCxnSpPr>
            <a:cxnSpLocks/>
          </p:cNvCxnSpPr>
          <p:nvPr userDrawn="1"/>
        </p:nvCxnSpPr>
        <p:spPr>
          <a:xfrm>
            <a:off x="1209633" y="22373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- Slide Number">
            <a:extLst>
              <a:ext uri="{FF2B5EF4-FFF2-40B4-BE49-F238E27FC236}">
                <a16:creationId xmlns:a16="http://schemas.microsoft.com/office/drawing/2014/main" id="{87D9E8AD-84F8-B7B2-0E56-C3921EE483F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Chapter_08">
            <a:extLst>
              <a:ext uri="{FF2B5EF4-FFF2-40B4-BE49-F238E27FC236}">
                <a16:creationId xmlns:a16="http://schemas.microsoft.com/office/drawing/2014/main" id="{883FC4FB-7420-5B60-BC62-0769D1E401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22425" y="5784623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7" name="Res_Chapter_07">
            <a:extLst>
              <a:ext uri="{FF2B5EF4-FFF2-40B4-BE49-F238E27FC236}">
                <a16:creationId xmlns:a16="http://schemas.microsoft.com/office/drawing/2014/main" id="{9EC7223E-B619-1D3C-5411-315A4884304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622425" y="529794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6">
            <a:extLst>
              <a:ext uri="{FF2B5EF4-FFF2-40B4-BE49-F238E27FC236}">
                <a16:creationId xmlns:a16="http://schemas.microsoft.com/office/drawing/2014/main" id="{B696202C-674D-0F1C-A351-8460B4F595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22425" y="481125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9" name="Res_Chapter_05">
            <a:extLst>
              <a:ext uri="{FF2B5EF4-FFF2-40B4-BE49-F238E27FC236}">
                <a16:creationId xmlns:a16="http://schemas.microsoft.com/office/drawing/2014/main" id="{95CE993B-C6C5-7D2B-5557-BFA2A58403B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22425" y="4324576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2693F5C-3880-5716-475E-20820C716E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2425" y="3837894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Res_Chapter_03">
            <a:extLst>
              <a:ext uri="{FF2B5EF4-FFF2-40B4-BE49-F238E27FC236}">
                <a16:creationId xmlns:a16="http://schemas.microsoft.com/office/drawing/2014/main" id="{5560718B-EDF5-57E2-3595-B754E52D63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22425" y="3351212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2">
            <a:extLst>
              <a:ext uri="{FF2B5EF4-FFF2-40B4-BE49-F238E27FC236}">
                <a16:creationId xmlns:a16="http://schemas.microsoft.com/office/drawing/2014/main" id="{E68F6683-3C70-88C1-53D7-7280CE5E9A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22425" y="286453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6" name="Res_Chapter_01">
            <a:extLst>
              <a:ext uri="{FF2B5EF4-FFF2-40B4-BE49-F238E27FC236}">
                <a16:creationId xmlns:a16="http://schemas.microsoft.com/office/drawing/2014/main" id="{2A7684A3-22B9-810C-CE4A-F07776F58E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22425" y="237784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 dirty="0"/>
              <a:t>Insert Number and Chapter Title</a:t>
            </a:r>
          </a:p>
        </p:txBody>
      </p:sp>
      <p:sp>
        <p:nvSpPr>
          <p:cNvPr id="17" name="Res_Num_08">
            <a:extLst>
              <a:ext uri="{FF2B5EF4-FFF2-40B4-BE49-F238E27FC236}">
                <a16:creationId xmlns:a16="http://schemas.microsoft.com/office/drawing/2014/main" id="{3BA7C8B5-5639-280E-404F-DBFA4EF441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74750" y="580060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A0B2E0B3-BD1A-96D4-1B89-1804B7AA174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74750" y="530983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9" name="Res_Num_06">
            <a:extLst>
              <a:ext uri="{FF2B5EF4-FFF2-40B4-BE49-F238E27FC236}">
                <a16:creationId xmlns:a16="http://schemas.microsoft.com/office/drawing/2014/main" id="{9C5314A5-5A1B-5B8C-2D28-DA2EDCD1BA3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174750" y="481907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20" name="Res_Num_05">
            <a:extLst>
              <a:ext uri="{FF2B5EF4-FFF2-40B4-BE49-F238E27FC236}">
                <a16:creationId xmlns:a16="http://schemas.microsoft.com/office/drawing/2014/main" id="{6456B82E-0101-9647-2F02-12D3CECD2CC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74750" y="4328309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21" name="Res_Num_04">
            <a:extLst>
              <a:ext uri="{FF2B5EF4-FFF2-40B4-BE49-F238E27FC236}">
                <a16:creationId xmlns:a16="http://schemas.microsoft.com/office/drawing/2014/main" id="{96CF6925-CBE8-57C7-723F-8734D57614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4750" y="3837545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22" name="Res_Num_03">
            <a:extLst>
              <a:ext uri="{FF2B5EF4-FFF2-40B4-BE49-F238E27FC236}">
                <a16:creationId xmlns:a16="http://schemas.microsoft.com/office/drawing/2014/main" id="{3642DAF9-98A5-4F9B-37B0-98FEE45D6C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74750" y="334678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3" name="Res_Num_02">
            <a:extLst>
              <a:ext uri="{FF2B5EF4-FFF2-40B4-BE49-F238E27FC236}">
                <a16:creationId xmlns:a16="http://schemas.microsoft.com/office/drawing/2014/main" id="{61AFF6BF-3D56-8F67-B563-03E48321F5D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4750" y="285601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4" name="Res_Num_01">
            <a:extLst>
              <a:ext uri="{FF2B5EF4-FFF2-40B4-BE49-F238E27FC236}">
                <a16:creationId xmlns:a16="http://schemas.microsoft.com/office/drawing/2014/main" id="{8FB6912C-8E6C-2BAE-114D-F89929E01E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4750" y="236525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0" y="1733550"/>
            <a:ext cx="4851400" cy="387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E75173-BEFB-45AE-E91A-654FD229015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25" name="TXT_@Akkodis">
            <a:extLst>
              <a:ext uri="{FF2B5EF4-FFF2-40B4-BE49-F238E27FC236}">
                <a16:creationId xmlns:a16="http://schemas.microsoft.com/office/drawing/2014/main" id="{E7459249-E7A1-453F-8B3F-92D941CEA18E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6" name="TXT_@Akkodis">
            <a:extLst>
              <a:ext uri="{FF2B5EF4-FFF2-40B4-BE49-F238E27FC236}">
                <a16:creationId xmlns:a16="http://schemas.microsoft.com/office/drawing/2014/main" id="{24976A26-1D17-06C1-2532-D5880AD0F2F9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FFB48D2A-DDF5-63A0-7075-7975566CC13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972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  <p15:guide id="3" orient="horz" pos="51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s_Chapter_08">
            <a:extLst>
              <a:ext uri="{FF2B5EF4-FFF2-40B4-BE49-F238E27FC236}">
                <a16:creationId xmlns:a16="http://schemas.microsoft.com/office/drawing/2014/main" id="{70C735F7-AEBB-1983-BEDC-BADE65046A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79475" y="5051198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7" name="Res_Chapter_07">
            <a:extLst>
              <a:ext uri="{FF2B5EF4-FFF2-40B4-BE49-F238E27FC236}">
                <a16:creationId xmlns:a16="http://schemas.microsoft.com/office/drawing/2014/main" id="{FA443A17-49A1-90F2-F70D-29FD5E2FB39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9475" y="456451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6">
            <a:extLst>
              <a:ext uri="{FF2B5EF4-FFF2-40B4-BE49-F238E27FC236}">
                <a16:creationId xmlns:a16="http://schemas.microsoft.com/office/drawing/2014/main" id="{58306BD7-20A8-DCBA-6CD7-02174D2E61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9475" y="407783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5">
            <a:extLst>
              <a:ext uri="{FF2B5EF4-FFF2-40B4-BE49-F238E27FC236}">
                <a16:creationId xmlns:a16="http://schemas.microsoft.com/office/drawing/2014/main" id="{7AD46BC7-51F0-6595-BE84-5864EEFB66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9475" y="359115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030CCD8-BBBB-3D7F-1853-9EBB69EDDA7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79475" y="310446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3">
            <a:extLst>
              <a:ext uri="{FF2B5EF4-FFF2-40B4-BE49-F238E27FC236}">
                <a16:creationId xmlns:a16="http://schemas.microsoft.com/office/drawing/2014/main" id="{150E12E1-0A23-C0F7-52A3-DDE67352B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9475" y="261778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5" name="Res_Chapter_02">
            <a:extLst>
              <a:ext uri="{FF2B5EF4-FFF2-40B4-BE49-F238E27FC236}">
                <a16:creationId xmlns:a16="http://schemas.microsoft.com/office/drawing/2014/main" id="{B9494021-0784-AB66-1DFE-8ABEDACC7A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79475" y="213110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3" name="Res_Chapter_01">
            <a:extLst>
              <a:ext uri="{FF2B5EF4-FFF2-40B4-BE49-F238E27FC236}">
                <a16:creationId xmlns:a16="http://schemas.microsoft.com/office/drawing/2014/main" id="{06D46CA5-F3AE-E392-0C80-17A412453E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9475" y="164442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 dirty="0"/>
              <a:t>Insert Number and Chapter Title</a:t>
            </a:r>
          </a:p>
        </p:txBody>
      </p:sp>
      <p:sp>
        <p:nvSpPr>
          <p:cNvPr id="20" name="Res_Num_08">
            <a:extLst>
              <a:ext uri="{FF2B5EF4-FFF2-40B4-BE49-F238E27FC236}">
                <a16:creationId xmlns:a16="http://schemas.microsoft.com/office/drawing/2014/main" id="{ADF9E521-8549-41FE-5F4C-FDBFDC97C40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1800" y="506717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31D21C2F-BFA7-5EC5-996E-37E138825FB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457641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B5879060-FB42-3ADD-B102-622895BEAD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1800" y="408564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4" name="Res_Num_05">
            <a:extLst>
              <a:ext uri="{FF2B5EF4-FFF2-40B4-BE49-F238E27FC236}">
                <a16:creationId xmlns:a16="http://schemas.microsoft.com/office/drawing/2014/main" id="{2024ECFA-EC6B-8AF7-8E6A-1715BC67E4B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359488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2" name="Res_Num_04">
            <a:extLst>
              <a:ext uri="{FF2B5EF4-FFF2-40B4-BE49-F238E27FC236}">
                <a16:creationId xmlns:a16="http://schemas.microsoft.com/office/drawing/2014/main" id="{64EBCDD6-B314-4BAA-61A3-D1D874013BD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800" y="310412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0" name="Res_Num_03">
            <a:extLst>
              <a:ext uri="{FF2B5EF4-FFF2-40B4-BE49-F238E27FC236}">
                <a16:creationId xmlns:a16="http://schemas.microsoft.com/office/drawing/2014/main" id="{DCAFBC0E-1574-BA41-D645-A19EFCD54E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261335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6" name="Res_Num_02">
            <a:extLst>
              <a:ext uri="{FF2B5EF4-FFF2-40B4-BE49-F238E27FC236}">
                <a16:creationId xmlns:a16="http://schemas.microsoft.com/office/drawing/2014/main" id="{5F43C716-2078-D414-023E-19EAD76552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212259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4" name="Res_Num_01">
            <a:extLst>
              <a:ext uri="{FF2B5EF4-FFF2-40B4-BE49-F238E27FC236}">
                <a16:creationId xmlns:a16="http://schemas.microsoft.com/office/drawing/2014/main" id="{286AC660-1D4E-54D2-0F93-40050D9B93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800" y="163182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0200" y="298450"/>
            <a:ext cx="5511800" cy="660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46B68CC-A53F-690E-62EA-B4E4F90A916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21" name="TXT_@Akkodis">
            <a:extLst>
              <a:ext uri="{FF2B5EF4-FFF2-40B4-BE49-F238E27FC236}">
                <a16:creationId xmlns:a16="http://schemas.microsoft.com/office/drawing/2014/main" id="{9A9AE058-EBD3-6479-CD85-AB314AA712BF}"/>
              </a:ext>
            </a:extLst>
          </p:cNvPr>
          <p:cNvSpPr/>
          <p:nvPr userDrawn="1"/>
        </p:nvSpPr>
        <p:spPr>
          <a:xfrm>
            <a:off x="41247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2" name="TXT_@Akkodis">
            <a:extLst>
              <a:ext uri="{FF2B5EF4-FFF2-40B4-BE49-F238E27FC236}">
                <a16:creationId xmlns:a16="http://schemas.microsoft.com/office/drawing/2014/main" id="{CCD6D970-9BA0-26AD-3770-0CC25E0C2CA7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AB957952-2C3C-6218-EABF-E6CEECFB2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26788B40-1706-AD3C-87B5-553C8A3D810F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6000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46893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36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26AE3C89-010A-4278-C6C2-5E9195E22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4614738"/>
            <a:ext cx="4748981" cy="2243262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44FF970-B109-15C9-DAC8-E69D9596DE7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94924" y="0"/>
            <a:ext cx="4297076" cy="2654710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4" name="Footer - Slide Number">
            <a:extLst>
              <a:ext uri="{FF2B5EF4-FFF2-40B4-BE49-F238E27FC236}">
                <a16:creationId xmlns:a16="http://schemas.microsoft.com/office/drawing/2014/main" id="{8A9AD70A-A410-4AA6-FA4F-2568D309C6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D5773D-0511-7921-CADB-12367CB2DA2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8719ECA7-643C-5E7D-3AFC-0C4BB175BA0B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E25992B4-ECBA-B4BD-4597-0CADEBFEDA10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F725D555-10CC-AD9F-747F-B0088A0DC4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48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07EB353F-0161-5C00-6B68-D2B83670DE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91759" y="2064774"/>
            <a:ext cx="9200241" cy="4793225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177C88C7-7834-6474-CD0E-4B75254952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9F847D-E2D2-6BF5-8CB9-AA805A1C0BE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EBD39F00-2C3C-3CA1-63C8-43657C87567F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A61A55B1-0C83-AE0E-FF63-6D7B901A575D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A542A51B-49A1-E9DD-B2F3-BBA4EE7E7B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92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title and one Paragr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0D1C9DA-F723-361B-5C16-0354342EB62B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1867" y="2228851"/>
            <a:ext cx="9880071" cy="3648074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4634DC-A486-E279-6D5D-7DAEA982CE3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DB33A265-A39F-8F58-5972-B38807E5D49F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05BC51D6-01A7-D7FE-9CB1-CA3BB3E02B81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049FFC57-6DC3-8037-82E4-0925604AD1A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60168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orient="horz" pos="138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A4FBCA26-0F92-4A5A-0D60-E9990089FAE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Paraph_01">
            <a:extLst>
              <a:ext uri="{FF2B5EF4-FFF2-40B4-BE49-F238E27FC236}">
                <a16:creationId xmlns:a16="http://schemas.microsoft.com/office/drawing/2014/main" id="{2DD79BD3-9DCB-9AF9-A4DE-DFDBDD787D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563563" y="2235200"/>
            <a:ext cx="9883775" cy="3657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D54134-7F98-6F73-2F8B-FBB09B5D581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1E35E9B1-C2A1-9A91-0AC4-B5945E8D79EE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D56D09E9-7648-8CE0-512E-5542AB0F486A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11F0D020-0C3B-6FBF-2D52-43912A4DBB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471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pos="33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Text Bo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A6521CC2-59A1-F228-6515-05CD097743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4563"/>
          <a:stretch/>
        </p:blipFill>
        <p:spPr>
          <a:xfrm>
            <a:off x="0" y="4883150"/>
            <a:ext cx="12192000" cy="1974850"/>
          </a:xfrm>
          <a:prstGeom prst="rect">
            <a:avLst/>
          </a:prstGeom>
        </p:spPr>
      </p:pic>
      <p:sp>
        <p:nvSpPr>
          <p:cNvPr id="3" name="Oval 36">
            <a:extLst>
              <a:ext uri="{FF2B5EF4-FFF2-40B4-BE49-F238E27FC236}">
                <a16:creationId xmlns:a16="http://schemas.microsoft.com/office/drawing/2014/main" id="{1DCD95AF-F054-A673-E93B-BACD3BE8F5D6}"/>
              </a:ext>
            </a:extLst>
          </p:cNvPr>
          <p:cNvSpPr>
            <a:spLocks/>
          </p:cNvSpPr>
          <p:nvPr userDrawn="1"/>
        </p:nvSpPr>
        <p:spPr>
          <a:xfrm flipH="1">
            <a:off x="1838309" y="946851"/>
            <a:ext cx="2079164" cy="2079164"/>
          </a:xfrm>
          <a:prstGeom prst="snip1Rect">
            <a:avLst/>
          </a:prstGeom>
          <a:noFill/>
          <a:ln>
            <a:gradFill flip="none" rotWithShape="1">
              <a:gsLst>
                <a:gs pos="0">
                  <a:srgbClr val="FFB81C"/>
                </a:gs>
                <a:gs pos="26000">
                  <a:srgbClr val="FFB81C"/>
                </a:gs>
                <a:gs pos="39000">
                  <a:srgbClr val="001F33">
                    <a:alpha val="0"/>
                  </a:srgbClr>
                </a:gs>
              </a:gsLst>
              <a:lin ang="81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3BD30702-002C-97D8-1E36-853B834E0091}"/>
              </a:ext>
            </a:extLst>
          </p:cNvPr>
          <p:cNvCxnSpPr>
            <a:cxnSpLocks/>
          </p:cNvCxnSpPr>
          <p:nvPr userDrawn="1"/>
        </p:nvCxnSpPr>
        <p:spPr>
          <a:xfrm>
            <a:off x="2863728" y="29675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CDF902BC-B072-1BE3-50C2-8B75FC073E6D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69698" y="3200400"/>
            <a:ext cx="7217174" cy="161176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9698" y="2379485"/>
            <a:ext cx="6480000" cy="378229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69698" y="1700777"/>
            <a:ext cx="648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B0A9A45-B514-2B0E-AE9F-485CA272FA6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5AD0B36A-4869-74E1-E3DB-39E9CA258F83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96A5306F-48BA-608C-AF82-FCB5C1DEAE5E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38C7FAA-5254-435B-8235-12E1AA9635D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7074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exte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AC37D43B-D3B4-4D74-3F22-A60DC62D2AA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SubTitle 02">
            <a:extLst>
              <a:ext uri="{FF2B5EF4-FFF2-40B4-BE49-F238E27FC236}">
                <a16:creationId xmlns:a16="http://schemas.microsoft.com/office/drawing/2014/main" id="{66520AC8-25CB-CB99-610F-E3C3C6A10F5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4488" y="1905350"/>
            <a:ext cx="9000000" cy="50400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l">
              <a:lnSpc>
                <a:spcPts val="2400"/>
              </a:lnSpc>
              <a:spcBef>
                <a:spcPts val="0"/>
              </a:spcBef>
              <a:defRPr lang="en-GB" sz="2400" kern="1200" dirty="0" smtClean="0">
                <a:solidFill>
                  <a:schemeClr val="tx1"/>
                </a:solidFill>
                <a:latin typeface="+mj-lt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GB" dirty="0"/>
              <a:t>Click to add Subtitle </a:t>
            </a:r>
          </a:p>
        </p:txBody>
      </p:sp>
      <p:sp>
        <p:nvSpPr>
          <p:cNvPr id="5" name="Res_Paraph_01">
            <a:extLst>
              <a:ext uri="{FF2B5EF4-FFF2-40B4-BE49-F238E27FC236}">
                <a16:creationId xmlns:a16="http://schemas.microsoft.com/office/drawing/2014/main" id="{BEF16243-6512-1EA1-E9A6-6B5BC6A4AB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3399" y="2726267"/>
            <a:ext cx="9898063" cy="320463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5"/>
            <a:ext cx="90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2"/>
            <a:ext cx="90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A263970-F6C1-2D7A-46E9-FEF9B820009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3096ECFB-C6A8-8E82-5838-31E20462A79B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B0B21068-3173-3203-60B7-48D641CF0DAF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1D9F8D40-1C4B-7173-D8F1-C0255AE215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3572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35" userDrawn="1">
          <p15:clr>
            <a:srgbClr val="FBAE40"/>
          </p15:clr>
        </p15:guide>
        <p15:guide id="2" pos="657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left -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B53D948-E148-E1C6-7FAF-7D4CB5D8EC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5918595" y="0"/>
            <a:ext cx="6273405" cy="6858000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36653D13-E382-C8B3-E4B5-7EA8EAF2869D}"/>
              </a:ext>
            </a:extLst>
          </p:cNvPr>
          <p:cNvSpPr/>
          <p:nvPr userDrawn="1"/>
        </p:nvSpPr>
        <p:spPr>
          <a:xfrm>
            <a:off x="0" y="0"/>
            <a:ext cx="9042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5" name="Fond bleu">
            <a:extLst>
              <a:ext uri="{FF2B5EF4-FFF2-40B4-BE49-F238E27FC236}">
                <a16:creationId xmlns:a16="http://schemas.microsoft.com/office/drawing/2014/main" id="{2B553834-6614-FB02-D7B6-A5DD7AE2ECE4}"/>
              </a:ext>
            </a:extLst>
          </p:cNvPr>
          <p:cNvSpPr/>
          <p:nvPr userDrawn="1"/>
        </p:nvSpPr>
        <p:spPr>
          <a:xfrm>
            <a:off x="9029700" y="0"/>
            <a:ext cx="31623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242174" y="1662062"/>
            <a:ext cx="3743325" cy="3744000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0 w 10000"/>
              <a:gd name="connsiteY1" fmla="*/ 1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10000 w 10000"/>
              <a:gd name="connsiteY4" fmla="*/ 10000 h 10000"/>
              <a:gd name="connsiteX5" fmla="*/ 8795 w 10000"/>
              <a:gd name="connsiteY5" fmla="*/ 9998 h 10000"/>
              <a:gd name="connsiteX6" fmla="*/ 0 w 10000"/>
              <a:gd name="connsiteY6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292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10000"/>
                </a:moveTo>
                <a:cubicBezTo>
                  <a:pt x="1" y="6669"/>
                  <a:pt x="1" y="3338"/>
                  <a:pt x="2" y="7"/>
                </a:cubicBezTo>
                <a:lnTo>
                  <a:pt x="10000" y="0"/>
                </a:lnTo>
                <a:cubicBezTo>
                  <a:pt x="9998" y="2779"/>
                  <a:pt x="9997" y="5559"/>
                  <a:pt x="9995" y="8338"/>
                </a:cubicBezTo>
                <a:lnTo>
                  <a:pt x="8330" y="9998"/>
                </a:lnTo>
                <a:lnTo>
                  <a:pt x="0" y="1000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0463261" y="1412046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1103871" y="26500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6C2FC80F-0E9C-A610-CE37-834871E800D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014016" y="2819400"/>
            <a:ext cx="4993084" cy="25908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22685" y="19674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22685" y="14316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3BEBF5F-3844-F3E4-3241-14AE2F767D2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9" name="TXT_@Akkodis">
            <a:extLst>
              <a:ext uri="{FF2B5EF4-FFF2-40B4-BE49-F238E27FC236}">
                <a16:creationId xmlns:a16="http://schemas.microsoft.com/office/drawing/2014/main" id="{9A260606-9CAB-510B-418A-1560CFCDE300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0" name="TXT_@Akkodis">
            <a:extLst>
              <a:ext uri="{FF2B5EF4-FFF2-40B4-BE49-F238E27FC236}">
                <a16:creationId xmlns:a16="http://schemas.microsoft.com/office/drawing/2014/main" id="{AE7CDD05-09F8-9922-48DD-EC2CC91D7D13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F409673D-2F7F-E72C-6E8F-37E5042DE76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3950" y="243560"/>
            <a:ext cx="2031998" cy="60441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33591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Right-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12700" y="0"/>
            <a:ext cx="6273403" cy="6857998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4D5C8AA0-92F4-0FA5-6690-6B39096FDFDD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2" name="White Mask">
            <a:extLst>
              <a:ext uri="{FF2B5EF4-FFF2-40B4-BE49-F238E27FC236}">
                <a16:creationId xmlns:a16="http://schemas.microsoft.com/office/drawing/2014/main" id="{C0FAC3FE-815D-D51C-9851-FC930D29A724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419565" y="1662062"/>
            <a:ext cx="3744119" cy="3744000"/>
          </a:xfrm>
          <a:custGeom>
            <a:avLst/>
            <a:gdLst>
              <a:gd name="connsiteX0" fmla="*/ 0 w 3743325"/>
              <a:gd name="connsiteY0" fmla="*/ 0 h 3744000"/>
              <a:gd name="connsiteX1" fmla="*/ 3743325 w 3743325"/>
              <a:gd name="connsiteY1" fmla="*/ 0 h 3744000"/>
              <a:gd name="connsiteX2" fmla="*/ 3743325 w 3743325"/>
              <a:gd name="connsiteY2" fmla="*/ 3744000 h 3744000"/>
              <a:gd name="connsiteX3" fmla="*/ 0 w 3743325"/>
              <a:gd name="connsiteY3" fmla="*/ 3744000 h 3744000"/>
              <a:gd name="connsiteX4" fmla="*/ 0 w 3743325"/>
              <a:gd name="connsiteY4" fmla="*/ 0 h 3744000"/>
              <a:gd name="connsiteX0" fmla="*/ 0 w 3743325"/>
              <a:gd name="connsiteY0" fmla="*/ 0 h 3744000"/>
              <a:gd name="connsiteX1" fmla="*/ 623093 w 3743325"/>
              <a:gd name="connsiteY1" fmla="*/ 51 h 3744000"/>
              <a:gd name="connsiteX2" fmla="*/ 3743325 w 3743325"/>
              <a:gd name="connsiteY2" fmla="*/ 0 h 3744000"/>
              <a:gd name="connsiteX3" fmla="*/ 3743325 w 3743325"/>
              <a:gd name="connsiteY3" fmla="*/ 3744000 h 3744000"/>
              <a:gd name="connsiteX4" fmla="*/ 0 w 3743325"/>
              <a:gd name="connsiteY4" fmla="*/ 3744000 h 3744000"/>
              <a:gd name="connsiteX5" fmla="*/ 0 w 3743325"/>
              <a:gd name="connsiteY5" fmla="*/ 0 h 3744000"/>
              <a:gd name="connsiteX0" fmla="*/ 794 w 3744119"/>
              <a:gd name="connsiteY0" fmla="*/ 0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6" fmla="*/ 794 w 3744119"/>
              <a:gd name="connsiteY6" fmla="*/ 0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4119" h="3744000">
                <a:moveTo>
                  <a:pt x="0" y="619176"/>
                </a:moveTo>
                <a:cubicBezTo>
                  <a:pt x="230055" y="390472"/>
                  <a:pt x="340386" y="277079"/>
                  <a:pt x="623887" y="51"/>
                </a:cubicBezTo>
                <a:lnTo>
                  <a:pt x="3744119" y="0"/>
                </a:lnTo>
                <a:lnTo>
                  <a:pt x="3744119" y="3744000"/>
                </a:lnTo>
                <a:lnTo>
                  <a:pt x="794" y="3744000"/>
                </a:lnTo>
                <a:cubicBezTo>
                  <a:pt x="529" y="2702392"/>
                  <a:pt x="265" y="1660784"/>
                  <a:pt x="0" y="619176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391331" y="5592161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5873628" y="2878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D6C186-47CC-FE5A-3E86-6CBE9F87C26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783773" y="3213100"/>
            <a:ext cx="4993084" cy="21971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792442" y="21960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92442" y="16602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96EAED7-B4A1-34D4-C9B2-B735369CA32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21" name="TXT_@Akkodis">
            <a:extLst>
              <a:ext uri="{FF2B5EF4-FFF2-40B4-BE49-F238E27FC236}">
                <a16:creationId xmlns:a16="http://schemas.microsoft.com/office/drawing/2014/main" id="{2D4AD4BE-62D3-8509-BA5E-BB76F1E2C08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2" name="TXT_@Akkodis">
            <a:extLst>
              <a:ext uri="{FF2B5EF4-FFF2-40B4-BE49-F238E27FC236}">
                <a16:creationId xmlns:a16="http://schemas.microsoft.com/office/drawing/2014/main" id="{33624CC1-68D7-DEE3-E5FF-DABA040E3EE7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</a:t>
            </a:r>
            <a:br>
              <a:rPr kumimoji="0" lang="en-US" altLang="ja-JP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</a:b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事前の書面による同意を得ずに組織外に開示することを禁じます。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1E908239-B634-8423-FC04-F39B0EB8FAF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75247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rge Image –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0" y="0"/>
            <a:ext cx="6273403" cy="6857998"/>
          </a:xfrm>
          <a:prstGeom prst="rect">
            <a:avLst/>
          </a:prstGeom>
        </p:spPr>
      </p:pic>
      <p:sp>
        <p:nvSpPr>
          <p:cNvPr id="4" name="Fond bleu">
            <a:extLst>
              <a:ext uri="{FF2B5EF4-FFF2-40B4-BE49-F238E27FC236}">
                <a16:creationId xmlns:a16="http://schemas.microsoft.com/office/drawing/2014/main" id="{A75566EC-13AA-04AC-5E4E-3481FF348380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10" name="White Mask">
            <a:extLst>
              <a:ext uri="{FF2B5EF4-FFF2-40B4-BE49-F238E27FC236}">
                <a16:creationId xmlns:a16="http://schemas.microsoft.com/office/drawing/2014/main" id="{97D0FA98-5EF4-92D8-19A9-0183DDAF6899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41797" y="995134"/>
            <a:ext cx="7014012" cy="4782281"/>
          </a:xfrm>
          <a:custGeom>
            <a:avLst/>
            <a:gdLst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0 w 7014012"/>
              <a:gd name="connsiteY3" fmla="*/ 4782281 h 4782281"/>
              <a:gd name="connsiteX4" fmla="*/ 0 w 7014012"/>
              <a:gd name="connsiteY4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7014012 w 7014012"/>
              <a:gd name="connsiteY3" fmla="*/ 4782281 h 4782281"/>
              <a:gd name="connsiteX4" fmla="*/ 6197203 w 7014012"/>
              <a:gd name="connsiteY4" fmla="*/ 4781779 h 4782281"/>
              <a:gd name="connsiteX5" fmla="*/ 0 w 7014012"/>
              <a:gd name="connsiteY5" fmla="*/ 4782281 h 4782281"/>
              <a:gd name="connsiteX6" fmla="*/ 0 w 7014012"/>
              <a:gd name="connsiteY6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14012" h="4782281">
                <a:moveTo>
                  <a:pt x="0" y="0"/>
                </a:moveTo>
                <a:lnTo>
                  <a:pt x="7014012" y="0"/>
                </a:lnTo>
                <a:cubicBezTo>
                  <a:pt x="7013999" y="1322464"/>
                  <a:pt x="7013985" y="2644927"/>
                  <a:pt x="7013972" y="3967391"/>
                </a:cubicBezTo>
                <a:cubicBezTo>
                  <a:pt x="6239662" y="4745304"/>
                  <a:pt x="6992343" y="3988739"/>
                  <a:pt x="6197203" y="4781779"/>
                </a:cubicBezTo>
                <a:lnTo>
                  <a:pt x="0" y="4782281"/>
                </a:lnTo>
                <a:lnTo>
                  <a:pt x="0" y="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C43620F-E9E2-4FAE-5B99-5A8D607429D6}"/>
              </a:ext>
            </a:extLst>
          </p:cNvPr>
          <p:cNvGrpSpPr/>
          <p:nvPr userDrawn="1"/>
        </p:nvGrpSpPr>
        <p:grpSpPr>
          <a:xfrm>
            <a:off x="636588" y="634271"/>
            <a:ext cx="828250" cy="828000"/>
            <a:chOff x="288641" y="386799"/>
            <a:chExt cx="828250" cy="828000"/>
          </a:xfrm>
        </p:grpSpPr>
        <p:sp>
          <p:nvSpPr>
            <p:cNvPr id="18" name="Line orange H">
              <a:extLst>
                <a:ext uri="{FF2B5EF4-FFF2-40B4-BE49-F238E27FC236}">
                  <a16:creationId xmlns:a16="http://schemas.microsoft.com/office/drawing/2014/main" id="{316D352E-8B8A-ECD5-BF73-08F6EDDE52E9}"/>
                </a:ext>
              </a:extLst>
            </p:cNvPr>
            <p:cNvSpPr/>
            <p:nvPr userDrawn="1"/>
          </p:nvSpPr>
          <p:spPr>
            <a:xfrm>
              <a:off x="288891" y="387443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Line orange V">
              <a:extLst>
                <a:ext uri="{FF2B5EF4-FFF2-40B4-BE49-F238E27FC236}">
                  <a16:creationId xmlns:a16="http://schemas.microsoft.com/office/drawing/2014/main" id="{E3F71C8F-A353-793A-020F-579480101868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288641" y="386799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4E7B2CA5-4D04-FB1B-5F41-0ACE017797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715659" y="3149600"/>
            <a:ext cx="2988000" cy="2260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24328" y="2206171"/>
            <a:ext cx="2988000" cy="58057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24328" y="1431606"/>
            <a:ext cx="2988000" cy="73102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3AA0033-DD37-F613-B500-196ED814EC8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758FDE66-5D18-A611-6206-D75714581AD1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DFCFA87E-B7BD-73F9-D3DE-59A9EE95886F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</a:t>
            </a:r>
            <a:br>
              <a:rPr kumimoji="0" lang="en-US" altLang="ja-JP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</a:b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事前の書面による同意を得ずに組織外に開示することを禁じます。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FF8D73E4-F720-AE52-AC6E-6614714B8D7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4585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5076" userDrawn="1">
          <p15:clr>
            <a:srgbClr val="FBAE40"/>
          </p15:clr>
        </p15:guide>
        <p15:guide id="4" orient="horz" pos="364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Paragraphs with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2012CE8-6CBF-9FFF-C675-BA94E845E0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334000"/>
            <a:ext cx="3226305" cy="1524000"/>
          </a:xfrm>
          <a:prstGeom prst="rect">
            <a:avLst/>
          </a:prstGeom>
        </p:spPr>
      </p:pic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8DF584DE-9E7E-E09B-5B09-D11690C517A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2">
            <a:extLst>
              <a:ext uri="{FF2B5EF4-FFF2-40B4-BE49-F238E27FC236}">
                <a16:creationId xmlns:a16="http://schemas.microsoft.com/office/drawing/2014/main" id="{1DC8C805-2EA2-808A-25A0-0EA26368E7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79766" y="2310265"/>
            <a:ext cx="5202634" cy="3738110"/>
          </a:xfrm>
          <a:prstGeom prst="accentCallout1">
            <a:avLst>
              <a:gd name="adj1" fmla="val 18750"/>
              <a:gd name="adj2" fmla="val -5587"/>
              <a:gd name="adj3" fmla="val 17457"/>
              <a:gd name="adj4" fmla="val -5562"/>
            </a:avLst>
          </a:prstGeom>
          <a:ln w="6350">
            <a:solidFill>
              <a:srgbClr val="FFB81C"/>
            </a:solidFill>
          </a:ln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1416" y="2319790"/>
            <a:ext cx="5202634" cy="373811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0"/>
            <a:ext cx="883603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07"/>
            <a:ext cx="881346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A91FAE7-9323-E3B2-C8DF-86BAECD2870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0055F8EA-A33B-772B-7377-3C3FD58E44E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0553682E-718C-88E0-B326-F907FA24A653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3C1A5567-5BAB-95CC-C2CA-088D72397E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3747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>
          <p15:clr>
            <a:srgbClr val="FBAE40"/>
          </p15:clr>
        </p15:guide>
        <p15:guide id="2" orient="horz" pos="34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83738539-C447-43FC-ADD6-9CBC988224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6004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83738539-C447-43FC-ADD6-9CBC988224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6F33A6E-BA4B-9784-8707-511B450DBF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4788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F28D938-7266-7236-F2E9-AEC572E1DF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67656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A14CA4D0-EB9A-2F0D-7ED0-088BEB1731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67656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5DA56B1-96B1-0084-4628-075428020A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47984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66B51B62-E970-1E9D-12D0-6E3D927D32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847984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D5FDFF88-E2F0-836A-4D95-338C81274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4788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D52677DC-43CE-083B-FC81-07C8D9D7D0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4788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35BAD40-CA4A-C0F7-1F94-0E983E8F1C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47984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C4288916-A7CB-2FAB-5A23-64A7C4F7C2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47984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F7217F83-2BC6-504C-CACC-03105FB2CEC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67656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B5C07103-F668-4F0C-C6A7-FC67ECD32A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67656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5" name="Text Placeholder 16">
            <a:extLst>
              <a:ext uri="{FF2B5EF4-FFF2-40B4-BE49-F238E27FC236}">
                <a16:creationId xmlns:a16="http://schemas.microsoft.com/office/drawing/2014/main" id="{5B5C667D-6B35-B71C-CC7F-AC191E039F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5707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1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D95B98DA-83D1-92CE-6010-97BCFC0AF9E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5707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2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5A8F5AF4-E808-5CF1-87B8-91C2D98CDE3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3879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3</a:t>
            </a:r>
          </a:p>
        </p:txBody>
      </p:sp>
      <p:sp>
        <p:nvSpPr>
          <p:cNvPr id="28" name="Text Placeholder 19">
            <a:extLst>
              <a:ext uri="{FF2B5EF4-FFF2-40B4-BE49-F238E27FC236}">
                <a16:creationId xmlns:a16="http://schemas.microsoft.com/office/drawing/2014/main" id="{AF2D7414-6355-5C93-198B-FF0D7F7AC9B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3879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4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84050A09-44B6-F4B2-148D-FEC4ED9FC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93694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5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665BCA-9DC9-C9E2-9D51-E3E6DA8E12D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93694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6</a:t>
            </a: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3B637FEC-62F8-7A7C-69C4-352BE46C8BC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1">
            <a:extLst>
              <a:ext uri="{FF2B5EF4-FFF2-40B4-BE49-F238E27FC236}">
                <a16:creationId xmlns:a16="http://schemas.microsoft.com/office/drawing/2014/main" id="{A81BEC33-F73E-E8BC-7697-36BEA3582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788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3EF335-6A8F-292A-63CB-0E09E218E4F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0F41A7C9-EBF4-34E9-B949-86C477C532C7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5" name="TXT_@Akkodis">
            <a:extLst>
              <a:ext uri="{FF2B5EF4-FFF2-40B4-BE49-F238E27FC236}">
                <a16:creationId xmlns:a16="http://schemas.microsoft.com/office/drawing/2014/main" id="{121B3E94-4224-D0CE-13A9-537E32A90121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2137C1D1-1B4F-3C37-CF97-5A6A86779F3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62095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Left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AD0C716B-54C2-B025-200D-CAD291B316F0}"/>
              </a:ext>
            </a:extLst>
          </p:cNvPr>
          <p:cNvCxnSpPr>
            <a:cxnSpLocks/>
          </p:cNvCxnSpPr>
          <p:nvPr userDrawn="1"/>
        </p:nvCxnSpPr>
        <p:spPr>
          <a:xfrm>
            <a:off x="960309" y="2950883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675BD58A-DDF4-84DD-49D9-8D914CECF75C}"/>
              </a:ext>
            </a:extLst>
          </p:cNvPr>
          <p:cNvCxnSpPr>
            <a:cxnSpLocks/>
          </p:cNvCxnSpPr>
          <p:nvPr userDrawn="1"/>
        </p:nvCxnSpPr>
        <p:spPr>
          <a:xfrm>
            <a:off x="947609" y="2900083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s_Paraph_01">
            <a:extLst>
              <a:ext uri="{FF2B5EF4-FFF2-40B4-BE49-F238E27FC236}">
                <a16:creationId xmlns:a16="http://schemas.microsoft.com/office/drawing/2014/main" id="{6D74157A-F0B5-FC7E-14DB-D704F2BC5BF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2942" y="3213326"/>
            <a:ext cx="4608000" cy="273753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2942" y="2229680"/>
            <a:ext cx="4608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2942" y="1693847"/>
            <a:ext cx="4608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503F38-4DA5-B595-C63E-1D31FA5019B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D317B4DD-63E0-0D9A-9F2C-68C923D14F4E}"/>
              </a:ext>
            </a:extLst>
          </p:cNvPr>
          <p:cNvSpPr/>
          <p:nvPr userDrawn="1"/>
        </p:nvSpPr>
        <p:spPr>
          <a:xfrm>
            <a:off x="4134716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29AAFF51-FBE7-AF91-93FF-B9C79BF75C75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5584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790CD6AF-B699-E900-04DA-F0D20D67AFB0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24216D02-482F-5469-D086-281683189A96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166B6E2-6286-2826-255D-A1DB646869C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659CBA03-1D89-2773-3AA1-81EBD0725513}"/>
              </a:ext>
            </a:extLst>
          </p:cNvPr>
          <p:cNvSpPr/>
          <p:nvPr userDrawn="1"/>
        </p:nvSpPr>
        <p:spPr>
          <a:xfrm>
            <a:off x="4134716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A7FA0525-4083-8D20-1409-130EA56EA2D4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614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07C9F7EC-5D4E-9D12-3826-4CBBEFF63537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DC667A-11D6-5DD2-F0C4-E8B1DD971FE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77082E10-E49C-8DEF-9746-42741E5EEEE6}"/>
              </a:ext>
            </a:extLst>
          </p:cNvPr>
          <p:cNvSpPr/>
          <p:nvPr userDrawn="1"/>
        </p:nvSpPr>
        <p:spPr>
          <a:xfrm>
            <a:off x="4134716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1A3DBFFB-E315-F1C8-706F-2DDD35248F30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6122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 with Tit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C3556009-E845-8DCE-AC7E-886E62FC8295}"/>
              </a:ext>
            </a:extLst>
          </p:cNvPr>
          <p:cNvGrpSpPr/>
          <p:nvPr userDrawn="1"/>
        </p:nvGrpSpPr>
        <p:grpSpPr>
          <a:xfrm>
            <a:off x="990061" y="1144573"/>
            <a:ext cx="828250" cy="828000"/>
            <a:chOff x="990061" y="1144573"/>
            <a:chExt cx="828250" cy="828000"/>
          </a:xfrm>
        </p:grpSpPr>
        <p:sp>
          <p:nvSpPr>
            <p:cNvPr id="16" name="Line orange H">
              <a:extLst>
                <a:ext uri="{FF2B5EF4-FFF2-40B4-BE49-F238E27FC236}">
                  <a16:creationId xmlns:a16="http://schemas.microsoft.com/office/drawing/2014/main" id="{BA1C2E54-CA81-1836-941A-EB3A6182A9FF}"/>
                </a:ext>
              </a:extLst>
            </p:cNvPr>
            <p:cNvSpPr/>
            <p:nvPr userDrawn="1"/>
          </p:nvSpPr>
          <p:spPr>
            <a:xfrm>
              <a:off x="990311" y="1145217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7" name="Line orange V">
              <a:extLst>
                <a:ext uri="{FF2B5EF4-FFF2-40B4-BE49-F238E27FC236}">
                  <a16:creationId xmlns:a16="http://schemas.microsoft.com/office/drawing/2014/main" id="{7E871618-85F7-7254-9418-BC55F6A3F015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990061" y="1144573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-7620"/>
            <a:ext cx="12192000" cy="686562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15240 h 6873240"/>
              <a:gd name="connsiteX1" fmla="*/ 594360 w 12192000"/>
              <a:gd name="connsiteY1" fmla="*/ 0 h 6873240"/>
              <a:gd name="connsiteX2" fmla="*/ 12192000 w 12192000"/>
              <a:gd name="connsiteY2" fmla="*/ 15240 h 6873240"/>
              <a:gd name="connsiteX3" fmla="*/ 12192000 w 12192000"/>
              <a:gd name="connsiteY3" fmla="*/ 6873240 h 6873240"/>
              <a:gd name="connsiteX4" fmla="*/ 0 w 12192000"/>
              <a:gd name="connsiteY4" fmla="*/ 6873240 h 6873240"/>
              <a:gd name="connsiteX5" fmla="*/ 0 w 12192000"/>
              <a:gd name="connsiteY5" fmla="*/ 15240 h 687324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12192000 w 12192000"/>
              <a:gd name="connsiteY2" fmla="*/ 7620 h 6865620"/>
              <a:gd name="connsiteX3" fmla="*/ 12192000 w 12192000"/>
              <a:gd name="connsiteY3" fmla="*/ 6865620 h 6865620"/>
              <a:gd name="connsiteX4" fmla="*/ 0 w 12192000"/>
              <a:gd name="connsiteY4" fmla="*/ 6865620 h 6865620"/>
              <a:gd name="connsiteX5" fmla="*/ 0 w 12192000"/>
              <a:gd name="connsiteY5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2080260 w 12192000"/>
              <a:gd name="connsiteY2" fmla="*/ 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33330 h 6891330"/>
              <a:gd name="connsiteX1" fmla="*/ 571500 w 12192000"/>
              <a:gd name="connsiteY1" fmla="*/ 25710 h 6891330"/>
              <a:gd name="connsiteX2" fmla="*/ 571500 w 12192000"/>
              <a:gd name="connsiteY2" fmla="*/ 5245410 h 6891330"/>
              <a:gd name="connsiteX3" fmla="*/ 3238500 w 12192000"/>
              <a:gd name="connsiteY3" fmla="*/ 4315770 h 6891330"/>
              <a:gd name="connsiteX4" fmla="*/ 12192000 w 12192000"/>
              <a:gd name="connsiteY4" fmla="*/ 33330 h 6891330"/>
              <a:gd name="connsiteX5" fmla="*/ 12192000 w 12192000"/>
              <a:gd name="connsiteY5" fmla="*/ 6891330 h 6891330"/>
              <a:gd name="connsiteX6" fmla="*/ 0 w 12192000"/>
              <a:gd name="connsiteY6" fmla="*/ 6891330 h 6891330"/>
              <a:gd name="connsiteX7" fmla="*/ 0 w 12192000"/>
              <a:gd name="connsiteY7" fmla="*/ 33330 h 6891330"/>
              <a:gd name="connsiteX0" fmla="*/ 0 w 12192000"/>
              <a:gd name="connsiteY0" fmla="*/ 27244 h 6885244"/>
              <a:gd name="connsiteX1" fmla="*/ 571500 w 12192000"/>
              <a:gd name="connsiteY1" fmla="*/ 19624 h 6885244"/>
              <a:gd name="connsiteX2" fmla="*/ 571500 w 12192000"/>
              <a:gd name="connsiteY2" fmla="*/ 5239324 h 6885244"/>
              <a:gd name="connsiteX3" fmla="*/ 3771900 w 12192000"/>
              <a:gd name="connsiteY3" fmla="*/ 5239324 h 6885244"/>
              <a:gd name="connsiteX4" fmla="*/ 12192000 w 12192000"/>
              <a:gd name="connsiteY4" fmla="*/ 27244 h 6885244"/>
              <a:gd name="connsiteX5" fmla="*/ 12192000 w 12192000"/>
              <a:gd name="connsiteY5" fmla="*/ 6885244 h 6885244"/>
              <a:gd name="connsiteX6" fmla="*/ 0 w 12192000"/>
              <a:gd name="connsiteY6" fmla="*/ 6885244 h 6885244"/>
              <a:gd name="connsiteX7" fmla="*/ 0 w 12192000"/>
              <a:gd name="connsiteY7" fmla="*/ 27244 h 6885244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19956 h 6877956"/>
              <a:gd name="connsiteX1" fmla="*/ 571500 w 12192000"/>
              <a:gd name="connsiteY1" fmla="*/ 12336 h 6877956"/>
              <a:gd name="connsiteX2" fmla="*/ 571500 w 12192000"/>
              <a:gd name="connsiteY2" fmla="*/ 5232036 h 6877956"/>
              <a:gd name="connsiteX3" fmla="*/ 3802856 w 12192000"/>
              <a:gd name="connsiteY3" fmla="*/ 5236799 h 6877956"/>
              <a:gd name="connsiteX4" fmla="*/ 4564856 w 12192000"/>
              <a:gd name="connsiteY4" fmla="*/ 4801506 h 6877956"/>
              <a:gd name="connsiteX5" fmla="*/ 12192000 w 12192000"/>
              <a:gd name="connsiteY5" fmla="*/ 19956 h 6877956"/>
              <a:gd name="connsiteX6" fmla="*/ 12192000 w 12192000"/>
              <a:gd name="connsiteY6" fmla="*/ 6877956 h 6877956"/>
              <a:gd name="connsiteX7" fmla="*/ 0 w 12192000"/>
              <a:gd name="connsiteY7" fmla="*/ 6877956 h 6877956"/>
              <a:gd name="connsiteX8" fmla="*/ 0 w 12192000"/>
              <a:gd name="connsiteY8" fmla="*/ 19956 h 6877956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1287 h 6879287"/>
              <a:gd name="connsiteX1" fmla="*/ 571500 w 12192000"/>
              <a:gd name="connsiteY1" fmla="*/ 13667 h 6879287"/>
              <a:gd name="connsiteX2" fmla="*/ 571500 w 12192000"/>
              <a:gd name="connsiteY2" fmla="*/ 5233367 h 6879287"/>
              <a:gd name="connsiteX3" fmla="*/ 3802856 w 12192000"/>
              <a:gd name="connsiteY3" fmla="*/ 5238130 h 6879287"/>
              <a:gd name="connsiteX4" fmla="*/ 4460081 w 12192000"/>
              <a:gd name="connsiteY4" fmla="*/ 4583762 h 6879287"/>
              <a:gd name="connsiteX5" fmla="*/ 12192000 w 12192000"/>
              <a:gd name="connsiteY5" fmla="*/ 21287 h 6879287"/>
              <a:gd name="connsiteX6" fmla="*/ 12192000 w 12192000"/>
              <a:gd name="connsiteY6" fmla="*/ 6879287 h 6879287"/>
              <a:gd name="connsiteX7" fmla="*/ 0 w 12192000"/>
              <a:gd name="connsiteY7" fmla="*/ 6879287 h 6879287"/>
              <a:gd name="connsiteX8" fmla="*/ 0 w 12192000"/>
              <a:gd name="connsiteY8" fmla="*/ 21287 h 6879287"/>
              <a:gd name="connsiteX0" fmla="*/ 0 w 12192000"/>
              <a:gd name="connsiteY0" fmla="*/ 117004 h 6975004"/>
              <a:gd name="connsiteX1" fmla="*/ 571500 w 12192000"/>
              <a:gd name="connsiteY1" fmla="*/ 109384 h 6975004"/>
              <a:gd name="connsiteX2" fmla="*/ 571500 w 12192000"/>
              <a:gd name="connsiteY2" fmla="*/ 5329084 h 6975004"/>
              <a:gd name="connsiteX3" fmla="*/ 3802856 w 12192000"/>
              <a:gd name="connsiteY3" fmla="*/ 5333847 h 6975004"/>
              <a:gd name="connsiteX4" fmla="*/ 4460081 w 12192000"/>
              <a:gd name="connsiteY4" fmla="*/ 4679479 h 6975004"/>
              <a:gd name="connsiteX5" fmla="*/ 6459523 w 12192000"/>
              <a:gd name="connsiteY5" fmla="*/ 2793092 h 6975004"/>
              <a:gd name="connsiteX6" fmla="*/ 12192000 w 12192000"/>
              <a:gd name="connsiteY6" fmla="*/ 117004 h 6975004"/>
              <a:gd name="connsiteX7" fmla="*/ 12192000 w 12192000"/>
              <a:gd name="connsiteY7" fmla="*/ 6975004 h 6975004"/>
              <a:gd name="connsiteX8" fmla="*/ 0 w 12192000"/>
              <a:gd name="connsiteY8" fmla="*/ 6975004 h 6975004"/>
              <a:gd name="connsiteX9" fmla="*/ 0 w 12192000"/>
              <a:gd name="connsiteY9" fmla="*/ 117004 h 6975004"/>
              <a:gd name="connsiteX0" fmla="*/ 0 w 12192000"/>
              <a:gd name="connsiteY0" fmla="*/ 513290 h 7371290"/>
              <a:gd name="connsiteX1" fmla="*/ 571500 w 12192000"/>
              <a:gd name="connsiteY1" fmla="*/ 505670 h 7371290"/>
              <a:gd name="connsiteX2" fmla="*/ 571500 w 12192000"/>
              <a:gd name="connsiteY2" fmla="*/ 5725370 h 7371290"/>
              <a:gd name="connsiteX3" fmla="*/ 3802856 w 12192000"/>
              <a:gd name="connsiteY3" fmla="*/ 5730133 h 7371290"/>
              <a:gd name="connsiteX4" fmla="*/ 4460081 w 12192000"/>
              <a:gd name="connsiteY4" fmla="*/ 5075765 h 7371290"/>
              <a:gd name="connsiteX5" fmla="*/ 4479721 w 12192000"/>
              <a:gd name="connsiteY5" fmla="*/ 580402 h 7371290"/>
              <a:gd name="connsiteX6" fmla="*/ 12192000 w 12192000"/>
              <a:gd name="connsiteY6" fmla="*/ 513290 h 7371290"/>
              <a:gd name="connsiteX7" fmla="*/ 12192000 w 12192000"/>
              <a:gd name="connsiteY7" fmla="*/ 7371290 h 7371290"/>
              <a:gd name="connsiteX8" fmla="*/ 0 w 12192000"/>
              <a:gd name="connsiteY8" fmla="*/ 7371290 h 7371290"/>
              <a:gd name="connsiteX9" fmla="*/ 0 w 12192000"/>
              <a:gd name="connsiteY9" fmla="*/ 513290 h 7371290"/>
              <a:gd name="connsiteX0" fmla="*/ 0 w 12192000"/>
              <a:gd name="connsiteY0" fmla="*/ 546556 h 7404556"/>
              <a:gd name="connsiteX1" fmla="*/ 571500 w 12192000"/>
              <a:gd name="connsiteY1" fmla="*/ 538936 h 7404556"/>
              <a:gd name="connsiteX2" fmla="*/ 571500 w 12192000"/>
              <a:gd name="connsiteY2" fmla="*/ 5758636 h 7404556"/>
              <a:gd name="connsiteX3" fmla="*/ 3802856 w 12192000"/>
              <a:gd name="connsiteY3" fmla="*/ 5763399 h 7404556"/>
              <a:gd name="connsiteX4" fmla="*/ 4460081 w 12192000"/>
              <a:gd name="connsiteY4" fmla="*/ 5109031 h 7404556"/>
              <a:gd name="connsiteX5" fmla="*/ 4455908 w 12192000"/>
              <a:gd name="connsiteY5" fmla="*/ 546993 h 7404556"/>
              <a:gd name="connsiteX6" fmla="*/ 12192000 w 12192000"/>
              <a:gd name="connsiteY6" fmla="*/ 546556 h 7404556"/>
              <a:gd name="connsiteX7" fmla="*/ 12192000 w 12192000"/>
              <a:gd name="connsiteY7" fmla="*/ 7404556 h 7404556"/>
              <a:gd name="connsiteX8" fmla="*/ 0 w 12192000"/>
              <a:gd name="connsiteY8" fmla="*/ 7404556 h 7404556"/>
              <a:gd name="connsiteX9" fmla="*/ 0 w 12192000"/>
              <a:gd name="connsiteY9" fmla="*/ 546556 h 7404556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09306 h 7167306"/>
              <a:gd name="connsiteX1" fmla="*/ 571500 w 12192000"/>
              <a:gd name="connsiteY1" fmla="*/ 301686 h 7167306"/>
              <a:gd name="connsiteX2" fmla="*/ 571500 w 12192000"/>
              <a:gd name="connsiteY2" fmla="*/ 5521386 h 7167306"/>
              <a:gd name="connsiteX3" fmla="*/ 3802856 w 12192000"/>
              <a:gd name="connsiteY3" fmla="*/ 5526149 h 7167306"/>
              <a:gd name="connsiteX4" fmla="*/ 4460081 w 12192000"/>
              <a:gd name="connsiteY4" fmla="*/ 4871781 h 7167306"/>
              <a:gd name="connsiteX5" fmla="*/ 4455908 w 12192000"/>
              <a:gd name="connsiteY5" fmla="*/ 309743 h 7167306"/>
              <a:gd name="connsiteX6" fmla="*/ 12192000 w 12192000"/>
              <a:gd name="connsiteY6" fmla="*/ 309306 h 7167306"/>
              <a:gd name="connsiteX7" fmla="*/ 12192000 w 12192000"/>
              <a:gd name="connsiteY7" fmla="*/ 7167306 h 7167306"/>
              <a:gd name="connsiteX8" fmla="*/ 0 w 12192000"/>
              <a:gd name="connsiteY8" fmla="*/ 7167306 h 7167306"/>
              <a:gd name="connsiteX9" fmla="*/ 0 w 12192000"/>
              <a:gd name="connsiteY9" fmla="*/ 309306 h 7167306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3802856 w 12192000"/>
              <a:gd name="connsiteY3" fmla="*/ 5224463 h 6865620"/>
              <a:gd name="connsiteX4" fmla="*/ 4460081 w 12192000"/>
              <a:gd name="connsiteY4" fmla="*/ 4570095 h 6865620"/>
              <a:gd name="connsiteX5" fmla="*/ 4455908 w 12192000"/>
              <a:gd name="connsiteY5" fmla="*/ 8057 h 6865620"/>
              <a:gd name="connsiteX6" fmla="*/ 12192000 w 12192000"/>
              <a:gd name="connsiteY6" fmla="*/ 7620 h 6865620"/>
              <a:gd name="connsiteX7" fmla="*/ 12192000 w 12192000"/>
              <a:gd name="connsiteY7" fmla="*/ 6865620 h 6865620"/>
              <a:gd name="connsiteX8" fmla="*/ 0 w 12192000"/>
              <a:gd name="connsiteY8" fmla="*/ 6865620 h 6865620"/>
              <a:gd name="connsiteX9" fmla="*/ 0 w 12192000"/>
              <a:gd name="connsiteY9" fmla="*/ 7620 h 6865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65620">
                <a:moveTo>
                  <a:pt x="0" y="7620"/>
                </a:moveTo>
                <a:lnTo>
                  <a:pt x="571500" y="0"/>
                </a:lnTo>
                <a:lnTo>
                  <a:pt x="571500" y="5219700"/>
                </a:lnTo>
                <a:lnTo>
                  <a:pt x="3802856" y="5224463"/>
                </a:lnTo>
                <a:cubicBezTo>
                  <a:pt x="4037409" y="4995545"/>
                  <a:pt x="4259658" y="4770438"/>
                  <a:pt x="4460081" y="4570095"/>
                </a:cubicBezTo>
                <a:cubicBezTo>
                  <a:pt x="4457565" y="3479886"/>
                  <a:pt x="4460273" y="911345"/>
                  <a:pt x="4455908" y="8057"/>
                </a:cubicBezTo>
                <a:lnTo>
                  <a:pt x="12192000" y="7620"/>
                </a:lnTo>
                <a:lnTo>
                  <a:pt x="12192000" y="6865620"/>
                </a:lnTo>
                <a:lnTo>
                  <a:pt x="0" y="6865620"/>
                </a:lnTo>
                <a:lnTo>
                  <a:pt x="0" y="7620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85755" y="2665008"/>
            <a:ext cx="2844000" cy="14534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85755" y="1808048"/>
            <a:ext cx="28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2800"/>
              </a:lnSpc>
              <a:spcBef>
                <a:spcPts val="0"/>
              </a:spcBef>
              <a:defRPr sz="2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1E99E3-1265-3098-8ACD-C22B88DC813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7809337D-0C7F-4999-BB5F-5CA4D05A3AEB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FAAF412B-CB7C-3A74-E285-C536576424C6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871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ur Text Boxes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EB6C2BEF-2127-0D80-6FF0-378F09BC9D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flipH="1">
            <a:off x="57006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9" name="Picture Placeholder 41">
            <a:extLst>
              <a:ext uri="{FF2B5EF4-FFF2-40B4-BE49-F238E27FC236}">
                <a16:creationId xmlns:a16="http://schemas.microsoft.com/office/drawing/2014/main" id="{651324DF-34D5-1EF2-0CD7-DECD3D0A58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7267" y="2214365"/>
            <a:ext cx="2484000" cy="1960563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486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486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2486"/>
                </a:moveTo>
                <a:lnTo>
                  <a:pt x="2000" y="0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2486"/>
                </a:lnTo>
                <a:close/>
              </a:path>
            </a:pathLst>
          </a:cu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D6CFA94-8315-B90D-BAFB-CBA2F0CC73F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79592" y="4240725"/>
            <a:ext cx="24912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9881488C-62CD-97C9-60FD-F9D6C9CC892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flipH="1">
            <a:off x="3432335" y="4162423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6" name="Picture Placeholder 41">
            <a:extLst>
              <a:ext uri="{FF2B5EF4-FFF2-40B4-BE49-F238E27FC236}">
                <a16:creationId xmlns:a16="http://schemas.microsoft.com/office/drawing/2014/main" id="{DFDC92CD-C392-1FD4-F27E-815F664380E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343953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5C158372-5D82-D8E4-D9D8-5DA3715EC57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44186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DE8B600-D520-3FFA-45A5-7865DF8F01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 flipH="1">
            <a:off x="627998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9" name="Picture Placeholder 41">
            <a:extLst>
              <a:ext uri="{FF2B5EF4-FFF2-40B4-BE49-F238E27FC236}">
                <a16:creationId xmlns:a16="http://schemas.microsoft.com/office/drawing/2014/main" id="{34F234C7-13F8-E16C-87A5-3692FAC9108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287187" y="2214365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5B94A8B-D84F-7BBA-89B9-A154378C2B4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89512" y="4240725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DE01F0A1-CFF0-3164-F8F8-36C17DF02ED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flipH="1">
            <a:off x="9142255" y="4162423"/>
            <a:ext cx="2491200" cy="1669966"/>
          </a:xfrm>
          <a:custGeom>
            <a:avLst/>
            <a:gdLst>
              <a:gd name="connsiteX0" fmla="*/ 0 w 2491200"/>
              <a:gd name="connsiteY0" fmla="*/ 0 h 1666876"/>
              <a:gd name="connsiteX1" fmla="*/ 2491200 w 2491200"/>
              <a:gd name="connsiteY1" fmla="*/ 0 h 1666876"/>
              <a:gd name="connsiteX2" fmla="*/ 2491200 w 2491200"/>
              <a:gd name="connsiteY2" fmla="*/ 1666876 h 1666876"/>
              <a:gd name="connsiteX3" fmla="*/ 0 w 2491200"/>
              <a:gd name="connsiteY3" fmla="*/ 1666876 h 1666876"/>
              <a:gd name="connsiteX4" fmla="*/ 0 w 2491200"/>
              <a:gd name="connsiteY4" fmla="*/ 0 h 166687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9866 w 2491200"/>
              <a:gd name="connsiteY5" fmla="*/ 1142745 h 1669966"/>
              <a:gd name="connsiteX6" fmla="*/ 0 w 2491200"/>
              <a:gd name="connsiteY6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42745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85608 h 1669966"/>
              <a:gd name="connsiteX5" fmla="*/ 0 w 2491200"/>
              <a:gd name="connsiteY5" fmla="*/ 0 h 1669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91200" h="1669966">
                <a:moveTo>
                  <a:pt x="0" y="0"/>
                </a:moveTo>
                <a:lnTo>
                  <a:pt x="2491200" y="0"/>
                </a:lnTo>
                <a:lnTo>
                  <a:pt x="2491200" y="1666876"/>
                </a:lnTo>
                <a:lnTo>
                  <a:pt x="494740" y="1669966"/>
                </a:lnTo>
                <a:lnTo>
                  <a:pt x="9866" y="1185608"/>
                </a:lnTo>
                <a:cubicBezTo>
                  <a:pt x="6577" y="804693"/>
                  <a:pt x="3289" y="380915"/>
                  <a:pt x="0" y="0"/>
                </a:cubicBezTo>
                <a:close/>
              </a:path>
            </a:pathLst>
          </a:cu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22" name="Picture Placeholder 41">
            <a:extLst>
              <a:ext uri="{FF2B5EF4-FFF2-40B4-BE49-F238E27FC236}">
                <a16:creationId xmlns:a16="http://schemas.microsoft.com/office/drawing/2014/main" id="{D579B544-ECB9-F5DD-A514-5859370103FB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945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0DAB3660-51B6-4429-90EF-C6481D865FA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5178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D1F9E0E6-DE32-825D-0789-49F5724D8F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s_SubTitle">
            <a:extLst>
              <a:ext uri="{FF2B5EF4-FFF2-40B4-BE49-F238E27FC236}">
                <a16:creationId xmlns:a16="http://schemas.microsoft.com/office/drawing/2014/main" id="{3BE5FA62-62A5-3338-A6C7-6F8E065E35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2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4" name="Res_Title_01">
            <a:extLst>
              <a:ext uri="{FF2B5EF4-FFF2-40B4-BE49-F238E27FC236}">
                <a16:creationId xmlns:a16="http://schemas.microsoft.com/office/drawing/2014/main" id="{808C4719-C0D2-1098-5EBB-79186D313B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09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CCA30AC-A279-BEBF-292C-AD32A47BB28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F1F4F52C-D548-A0B1-0E1D-BA727806506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D0260245-AF43-FBA9-CD92-4FE543211B36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9DDA43F-F922-6118-98EA-06090A1F3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49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Picture with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1">
            <a:extLst>
              <a:ext uri="{FF2B5EF4-FFF2-40B4-BE49-F238E27FC236}">
                <a16:creationId xmlns:a16="http://schemas.microsoft.com/office/drawing/2014/main" id="{4DEDFA53-CA03-C79D-E904-70CE837F260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56124" y="1812925"/>
            <a:ext cx="3122878" cy="2847975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35 w 10000"/>
              <a:gd name="connsiteY0" fmla="*/ 1662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  <a:gd name="connsiteX0" fmla="*/ 35 w 10000"/>
              <a:gd name="connsiteY0" fmla="*/ 1662 h 10000"/>
              <a:gd name="connsiteX1" fmla="*/ 1546 w 10000"/>
              <a:gd name="connsiteY1" fmla="*/ 1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35" y="1662"/>
                </a:moveTo>
                <a:lnTo>
                  <a:pt x="1546" y="13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cubicBezTo>
                  <a:pt x="12" y="7221"/>
                  <a:pt x="23" y="4441"/>
                  <a:pt x="35" y="1662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on the icon to add a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2F5EFA-6874-BAAF-7BBE-E793944991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4238" y="18120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AC1FB1E4-97E8-A01B-D312-3A90A3D8514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84238" y="2108199"/>
            <a:ext cx="3132000" cy="9144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D10F501-BAB1-8FAA-0D55-88E1516E50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4238" y="33106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FCA66A1-69E9-7F65-69D5-21548393873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4238" y="3611033"/>
            <a:ext cx="3132000" cy="91016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7B98E9-9978-090D-C7C1-B9D2A0CC1BC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238" y="48986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dirty="0"/>
              <a:t>Click to add Text</a:t>
            </a:r>
          </a:p>
          <a:p>
            <a:endParaRPr lang="en-US" noProof="0" dirty="0"/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D4ABD1F6-D9E0-1955-A23E-1C656380C5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4238" y="5170139"/>
            <a:ext cx="3132000" cy="93898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Click to add Text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2D662A7-9738-687F-4C72-81FD5674526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3238" y="18247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176958E1-FBAE-8979-8397-D4BA7E83CC3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23238" y="2133601"/>
            <a:ext cx="3132000" cy="9017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4D17AF5A-E391-6417-769A-F0C2C99BD73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123238" y="33233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0387B948-6216-0931-6537-25462FC2347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3238" y="3629025"/>
            <a:ext cx="3132000" cy="9048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BBEC8039-D2C0-702C-C76A-FD7B7FDDB48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1232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108D92D1-47C6-C88B-1AC2-A8F74B4D861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1232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B4CF61BD-28B0-389D-769B-F163F3530C0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5418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0CD18A7D-40E8-3C7B-9CAD-A9776DC342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418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897DD202-07B8-E761-BE34-59F9D18EE320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DD3EC41-681C-7F32-4944-AD2E8FD2C23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F91CCCCA-A631-1B00-1FDC-EEADF6B03D3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F3178563-1783-E03A-52F6-1CD186D8031E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937BCE20-0995-E53E-0A00-6BD4067426B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0515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Content with ani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20626EE-717B-BE5D-780E-A43D8B752C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D302BE-8254-DB3C-AF2E-5899B655443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pic>
        <p:nvPicPr>
          <p:cNvPr id="3" name="Image 2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FCBA6C0B-8040-214E-435B-0864A5CC234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492" y="1845268"/>
            <a:ext cx="649871" cy="456050"/>
          </a:xfrm>
          <a:prstGeom prst="rect">
            <a:avLst/>
          </a:prstGeom>
        </p:spPr>
      </p:pic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82354831-0FF6-0095-E27A-A6E909B375F3}"/>
              </a:ext>
            </a:extLst>
          </p:cNvPr>
          <p:cNvCxnSpPr>
            <a:cxnSpLocks/>
          </p:cNvCxnSpPr>
          <p:nvPr userDrawn="1"/>
        </p:nvCxnSpPr>
        <p:spPr>
          <a:xfrm>
            <a:off x="3440924" y="4093855"/>
            <a:ext cx="162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7844AC91-4401-F597-8BEF-720585AEF4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ignatur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32000" y="4251276"/>
            <a:ext cx="3695700" cy="66103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add the signature </a:t>
            </a: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2000" y="2478540"/>
            <a:ext cx="5328000" cy="134302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defRPr sz="1400" b="1">
                <a:solidFill>
                  <a:srgbClr val="4D4D4D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quote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6B0CB9A-2735-E60E-922A-D5DBF98F6B7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318EFAC2-1DA8-17D7-696E-3ACEAD62FB7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EAFA678C-118F-72C6-1848-E8767549E8D0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C89CD2FD-EDC7-6F8A-2A9B-490A7129F42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82353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AFBF937-D9BC-CCA7-85F6-9658C09F315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3786D29-C9C2-D86B-EC08-6BE6A665569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23D58445-2658-0A92-020D-9702407A161B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03F24E26-9899-78D1-2BE1-A576C155DE69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742FAF19-8299-F623-3697-6FEDF38308D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92437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mesch on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C7F7DC7-4AE0-32E8-3716-9F245CF361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8681DCD-92EB-18AE-5C58-63DE927AB63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5AD65D8B-B29F-C57B-D01F-03C049BBE78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009B01E-0DE6-0933-4EAC-E8FCE0798BD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D2528818-6EA0-922D-7FAB-0B7E0F16ADA2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507F63DD-370F-4B66-BEDC-3678472D3483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E146C66-E620-1A4A-B485-FED1593D9C5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6701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e Me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2E7667E-AE62-138B-1446-F619449538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4392386"/>
            <a:ext cx="5219700" cy="2465614"/>
          </a:xfrm>
          <a:prstGeom prst="rect">
            <a:avLst/>
          </a:prstGeom>
        </p:spPr>
      </p:pic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09CF480F-05CA-B1BC-C8E3-D439392E1F8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3B8C6EF-0DFD-3500-A841-35521DF8342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3DBE6BA0-5A40-43E2-546D-5CC993A4247F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039DD7E8-56D1-8EDD-2755-C0E42C38DC9F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F3087B4C-87D4-8409-AB3F-84C81D1CE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3108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F75AA8-7075-A839-384A-0A41C350AA1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6A8B6281-535D-D880-296E-DC455CDC485C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CC5C1D59-9055-7B49-EA22-5D75BA6B734C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48968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ny questions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7F3D148-270F-51C6-A290-DC9E1E631D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001838"/>
            <a:ext cx="2669568" cy="163890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 </a:t>
            </a:r>
            <a:b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1796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D887DBBB-5607-3814-62A2-FDD83EEA523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07A0AC9-23C4-7FD8-DA57-8A63CC0481D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E74B0400-0A3F-B094-5744-3B7DA5282486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1C71C6D6-39D3-88F0-0FCA-73ECF07E9FE8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3C2AE86-EE45-B6C7-3FA8-7EA5C02FA14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14336"/>
      </p:ext>
    </p:extLst>
  </p:cSld>
  <p:clrMapOvr>
    <a:masterClrMapping/>
  </p:clrMapOvr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 and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6885CB5-1787-074E-47D5-8AF4417A1C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624138"/>
            <a:ext cx="1440065" cy="842145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2177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7749CA1E-53E5-82BF-15C2-4451BF91566E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8D4783-93E5-4D99-091A-C1175C14EC7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3E8D2B6A-2D47-85F6-8A95-19DC177EFB6E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C7DF34AB-21E4-76F7-3B43-05FC14415849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78CB9C35-2F00-7D60-365E-4DDD4E678F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010805"/>
      </p:ext>
    </p:extLst>
  </p:cSld>
  <p:clrMapOvr>
    <a:masterClrMapping/>
  </p:clrMapOvr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5079B88-55B6-F7B6-99FB-A9E1633A6A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EC4E7BB6-1735-D6F9-FE79-79B94C5CA932}"/>
              </a:ext>
            </a:extLst>
          </p:cNvPr>
          <p:cNvSpPr txBox="1"/>
          <p:nvPr userDrawn="1"/>
        </p:nvSpPr>
        <p:spPr bwMode="gray">
          <a:xfrm>
            <a:off x="4381500" y="2865438"/>
            <a:ext cx="3441700" cy="86016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marL="0" indent="0" algn="ctr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5" name="Line_Bottom">
            <a:extLst>
              <a:ext uri="{FF2B5EF4-FFF2-40B4-BE49-F238E27FC236}">
                <a16:creationId xmlns:a16="http://schemas.microsoft.com/office/drawing/2014/main" id="{A0873263-EFEE-D712-DC52-9FA33F6EC16F}"/>
              </a:ext>
            </a:extLst>
          </p:cNvPr>
          <p:cNvSpPr/>
          <p:nvPr userDrawn="1"/>
        </p:nvSpPr>
        <p:spPr>
          <a:xfrm>
            <a:off x="4806350" y="3771685"/>
            <a:ext cx="2592000" cy="108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04ECC8F1-0E78-EABF-E73A-0266DC7C03E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7EB2EAB-3CE4-757C-D04E-712B03E7596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E9C49050-5C24-FDF5-6A47-C5A2DE77CC7D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741878ED-67F9-3873-F1EA-3295573DD645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4FC2BBCD-067F-34AB-D091-30FBC9868AC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86941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778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with Vo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AE89634-2260-1E88-98C8-07272BCC05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DEF3AC8-6EC9-B65B-78E5-FDE95692924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29618AFD-4268-ADBE-B368-025F10F42074}"/>
              </a:ext>
            </a:extLst>
          </p:cNvPr>
          <p:cNvGrpSpPr/>
          <p:nvPr userDrawn="1"/>
        </p:nvGrpSpPr>
        <p:grpSpPr>
          <a:xfrm>
            <a:off x="4347330" y="5007768"/>
            <a:ext cx="3497341" cy="477776"/>
            <a:chOff x="4309206" y="5007768"/>
            <a:chExt cx="3497341" cy="477776"/>
          </a:xfrm>
        </p:grpSpPr>
        <p:pic>
          <p:nvPicPr>
            <p:cNvPr id="8" name="Logo The Adecco Group" descr="Une image contenant Police, Graphique, blanc, graphisme&#10;&#10;Description générée automatiquement">
              <a:extLst>
                <a:ext uri="{FF2B5EF4-FFF2-40B4-BE49-F238E27FC236}">
                  <a16:creationId xmlns:a16="http://schemas.microsoft.com/office/drawing/2014/main" id="{7687AFF8-DFDC-3FA8-CA8D-B5A02060D9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alphaModFix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9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738279" y="5007768"/>
              <a:ext cx="2068268" cy="477776"/>
            </a:xfrm>
            <a:prstGeom prst="rect">
              <a:avLst/>
            </a:prstGeom>
          </p:spPr>
        </p:pic>
        <p:pic>
          <p:nvPicPr>
            <p:cNvPr id="14" name="IMG_Akkodis is part">
              <a:extLst>
                <a:ext uri="{FF2B5EF4-FFF2-40B4-BE49-F238E27FC236}">
                  <a16:creationId xmlns:a16="http://schemas.microsoft.com/office/drawing/2014/main" id="{4D725098-1159-800A-60EB-9F8323CE9E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lum bright="-92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309206" y="5115878"/>
              <a:ext cx="1482852" cy="350520"/>
            </a:xfrm>
            <a:prstGeom prst="rect">
              <a:avLst/>
            </a:prstGeom>
          </p:spPr>
        </p:pic>
      </p:grpSp>
      <p:pic>
        <p:nvPicPr>
          <p:cNvPr id="5" name="図 4" descr="挿絵 が含まれている画像&#10;&#10;自動的に生成された説明">
            <a:extLst>
              <a:ext uri="{FF2B5EF4-FFF2-40B4-BE49-F238E27FC236}">
                <a16:creationId xmlns:a16="http://schemas.microsoft.com/office/drawing/2014/main" id="{4442D6EC-3147-16D7-44A8-D146151A795F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752" y="3188665"/>
            <a:ext cx="3968496" cy="500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22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94" userDrawn="1">
          <p15:clr>
            <a:srgbClr val="FBAE40"/>
          </p15:clr>
        </p15:guide>
        <p15:guide id="2" pos="3612" userDrawn="1">
          <p15:clr>
            <a:srgbClr val="FBAE40"/>
          </p15:clr>
        </p15:guide>
        <p15:guide id="3" pos="2586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29.xml"/><Relationship Id="rId21" Type="http://schemas.openxmlformats.org/officeDocument/2006/relationships/theme" Target="../theme/theme3.xml"/><Relationship Id="rId22" Type="http://schemas.openxmlformats.org/officeDocument/2006/relationships/tags" Target="../tags/tag2.xml"/><Relationship Id="rId23" Type="http://schemas.openxmlformats.org/officeDocument/2006/relationships/tags" Target="../tags/tag3.xml"/><Relationship Id="rId24" Type="http://schemas.openxmlformats.org/officeDocument/2006/relationships/tags" Target="../tags/tag4.xml"/><Relationship Id="rId25" Type="http://schemas.openxmlformats.org/officeDocument/2006/relationships/tags" Target="../tags/tag5.xml"/><Relationship Id="rId26" Type="http://schemas.openxmlformats.org/officeDocument/2006/relationships/tags" Target="../tags/tag6.xml"/><Relationship Id="rId27" Type="http://schemas.openxmlformats.org/officeDocument/2006/relationships/oleObject" Target="../embeddings/oleObject1.bin"/><Relationship Id="rId28" Type="http://schemas.openxmlformats.org/officeDocument/2006/relationships/image" Target="../media/image15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847624-2781-31B3-E0E4-4CE83D5C6DD9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B2E96D8E-FE84-F65C-9B0D-75B0826A1979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F31F33EA-0ED9-BF68-D7A8-B16028278D07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extLst>
      <p:ext uri="{BB962C8B-B14F-4D97-AF65-F5344CB8AC3E}">
        <p14:creationId xmlns:p14="http://schemas.microsoft.com/office/powerpoint/2010/main" val="1096814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1" r:id="rId1"/>
    <p:sldLayoutId id="2147483902" r:id="rId2"/>
    <p:sldLayoutId id="2147483901" r:id="rId3"/>
    <p:sldLayoutId id="2147483975" r:id="rId4"/>
  </p:sldLayoutIdLst>
  <p:txStyles>
    <p:titleStyle>
      <a:lvl1pPr marL="0" indent="0" algn="l" defTabSz="914354" rtl="0" eaLnBrk="1" latinLnBrk="0" hangingPunct="1">
        <a:lnSpc>
          <a:spcPts val="4400"/>
        </a:lnSpc>
        <a:spcBef>
          <a:spcPts val="0"/>
        </a:spcBef>
        <a:buFont typeface="Arial" panose="020B0604020202020204" pitchFamily="34" charset="0"/>
        <a:buNone/>
        <a:defRPr lang="en-US" sz="3600" kern="1200" baseline="0" dirty="0">
          <a:solidFill>
            <a:schemeClr val="bg1"/>
          </a:solidFill>
          <a:latin typeface="Times New Roman" panose="02020603050405020304" pitchFamily="18" charset="0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1600" kern="1200" dirty="0">
          <a:solidFill>
            <a:srgbClr val="FFB81C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62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62" userDrawn="1">
          <p15:clr>
            <a:srgbClr val="F26B43"/>
          </p15:clr>
        </p15:guide>
        <p15:guide id="4" orient="horz" pos="3384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pos="7680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_@Akkodis">
            <a:extLst>
              <a:ext uri="{FF2B5EF4-FFF2-40B4-BE49-F238E27FC236}">
                <a16:creationId xmlns:a16="http://schemas.microsoft.com/office/drawing/2014/main" id="{C44C5091-8984-20EE-FF61-C2180E1E9850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2652AB74-4DA6-9953-0123-1F49803E5901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extLst>
      <p:ext uri="{BB962C8B-B14F-4D97-AF65-F5344CB8AC3E}">
        <p14:creationId xmlns:p14="http://schemas.microsoft.com/office/powerpoint/2010/main" val="158490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11" r:id="rId3"/>
    <p:sldLayoutId id="2147483907" r:id="rId4"/>
    <p:sldLayoutId id="2147483910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160" userDrawn="1">
          <p15:clr>
            <a:srgbClr val="F26B43"/>
          </p15:clr>
        </p15:guide>
        <p15:guide id="6" pos="272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7680" userDrawn="1">
          <p15:clr>
            <a:srgbClr val="F26B43"/>
          </p15:clr>
        </p15:guide>
        <p15:guide id="9" orient="horz" pos="4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B59AD70-58C8-473B-BF92-3326255EE0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3"/>
            </p:custDataLst>
            <p:extLst>
              <p:ext uri="{D42A27DB-BD31-4B8C-83A1-F6EECF244321}">
                <p14:modId xmlns:p14="http://schemas.microsoft.com/office/powerpoint/2010/main" val="4236122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7" imgW="395" imgH="394" progId="TCLayout.ActiveDocument.1">
                  <p:embed/>
                </p:oleObj>
              </mc:Choice>
              <mc:Fallback>
                <p:oleObj name="think-cell Slide" r:id="rId27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B59AD70-58C8-473B-BF92-3326255EE0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>
            <p:custDataLst>
              <p:tags r:id="rId24"/>
            </p:custDataLst>
          </p:nvPr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GB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212D2D204372656174656420627920526567696F6E616C2067726170686963735F4F66666963653A20424F535F31322E32312E323032315F434F52453B2041435320757064617465733A204164646564206164646974696F6E616C20636C69656E7420636F6C6F72732E2041646A7573746564206D617267696E732E20416464656420646973636C61696D657220616E6420647261667420737469636B65722062757420736D616C6C2E204368616E67656420666F6E742073697A65206F66207461676C696E6520616E642073747265746368656420746F206D617267696E732E20202020202020496E737472756374696F6E7320666F7220746865203C74656D706C6174653E207461673A4B656570202276657273696F6E2220616E6420227479706522206F7074696F6E7320756E6368616E6765642E53657420226E616D6522206F7074696F6E20746F2074686520636C69656E74206E616D6520746861742073686F756C6420617070656172206F6E2074686520636C69656E7420636F6C6F722073656374696F6E2E2053657420227061676553697A652220746F207468652070617065722073697A6520796F75206172652073657474696E67207468697320736C696465206D6173746572207570206F6E2E2056616C69642076616C756573206172653A20227769646573637265656E222028776869636820657175616C732031363A39292C2022345F33222C202261342220616E6420226C6574746572222E204F627365727665206361706974616C697A6174696F6E21202D2D3E0D0A20203C74656D706C6174652076657273696F6E3D22322E332E342220747970653D22756E6272616E64656422206E616D653D225A3552455F31362E3922207061676553697A653D227769646573637265656E223E0D0A202020203C212D2D20496E737472756374696F6E7320666F72203C73657474696E67733E207461673A496E2065616368207375622D74616720736574207468652068657820636F6465206F66207468652052474220636F6C6F7220796F75207769736820746F2075736520666F7220746865207374616E6461726420656C656D656E7473207768656E2074686579206172652063726561746564206F6E207468697320736C696465206D61737465722E4966207468652076616C7565206973206D697373696E67206F7220696E76616C69642C2064656661756C7420636F6C6F72732077696C6C20626520757365642E202D2D3E0D0A202020203C73657474696E67733E0D0A2020202020203C72756E6E696E674167656E64614261636B436F6C6F724C6566743E233238343435363C2F72756E6E696E674167656E64614261636B436F6C6F724C6566743E0D0A2020202020203C72756E6E696E674167656E64614261636B436F6C6F7252696768743E233731383439303C2F72756E6E696E674167656E64614261636B436F6C6F7252696768743E0D0A2020202020203C72756E6E696E674167656E646154657874436F6C6F724C6566743E234646464646463C2F72756E6E696E674167656E646154657874436F6C6F724C6566743E0D0A2020202020203C72756E6E696E674167656E646154657874436F6C6F7252696768743E234646464646463C2F72756E6E696E674167656E646154657874436F6C6F7252696768743E0D0A2020202020203C636F6C756D6E4865616465724C696E65436F6C6F723E233030303030303C2F636F6C756D6E4865616465724C696E65436F6C6F723E0D0A2020202020203C636F6C756D6E48656164657254657874436F6C6F723E233030303030303C2F636F6C756D6E48656164657254657874436F6C6F723E0D0A2020202020203C726F774865616465724C696E65436F6C6F723E233030303030303C2F726F774865616465724C696E65436F6C6F723E0D0A2020202020203C726F7748656164657254657874436F6C6F723E233030303030303C2F726F7748656164657254657874436F6C6F723E0D0A2020202020203C636F6E636C7573696F6E4172726F774C696E65436F6C6F723E233239343435373C2F636F6E636C7573696F6E4172726F774C696E65436F6C6F723E0D0A2020202020203C636F6E636C7573696F6E4172726F7754657874436F6C6F723E233239343435373C2F636F6E636C7573696F6E4172726F7754657874436F6C6F723E0D0A2020202020203C70657263656E74616765436972636C6546756C6C436972636C65436F6C6F723E234234423741433C2F70657263656E74616765436972636C6546756C6C436972636C65436F6C6F723E0D0A2020202020203C70657263656E74616765436972636C6554657874486967686C69676874436F6C6F723E234639444130303C2F70657263656E74616765436972636C6554657874486967686C69676874436F6C6F723E0D0A2020202020203C737461747573537469636B6572436F6C6F723E233030303030303C2F737461747573537469636B6572436F6C6F723E0D0A2020202020203C63616C6C6F75744261636B436F6C6F723E234646464646463C2F63616C6C6F75744261636B436F6C6F723E0D0A2020202020203C63616C6C6F7574546578744C696E65436F6C6F723E233238343435363C2F63616C6C6F7574546578744C696E65436F6C6F723E0D0A2020202020203C6E756D626572427562626C654261636B436F6C6F723E234646464646463C2F6E756D626572427562626C654261636B436F6C6F723E0D0A2020202020203C6E756D626572427562626C65546578744C696E65436F6C6F723E233238343435363C2F6E756D626572427562626C65546578744C696E65436F6C6F723E0D0A2020202020203C76616C7565436861696E546578744C696E65436F6C6F723E233030303030303C2F76616C7565436861696E546578744C696E65436F6C6F723E0D0A2020202020203C6167656E6461486967686C69676874436F6C6F723E234639444130303C2F6167656E6461486967686C69676874436F6C6F723E0D0A2020202020203C73657175656E63654172726F7746696C6C436F6C6F723E234639444130303C2F73657175656E63654172726F7746696C6C436F6C6F723E0D0A2020202020203C212D2D20546865203C7461626C65416363656E744E756D6265723E20646566696E6573207768696368207461626C65206C61796F75742066726F6D2074686520224C69676874205374796C6520312220726F772073686F756C64206265206170706C69656420666F72206E65776C792063726561746564207461626C65732E2056616C69642076616C7565732061726520302C20312C20322C20332C20342C20352C20616E642036202D20726570726573656E74696E6720746865206C61796F757473206F6E20746865205461626C65204C61796F7574732064726F702D646F776E2066726F6D206C65667420746F2072696768742E2054686520686967686C6967687420636F6C6F7273207573656420696E2074686F7365207461626C65206C61796F757473206C696E6B20746F20746865205468656D6520636F6C6F722070616C657474652C20746865792063616E6E6F742062652073706563696669656420686572652E202D2D3E0D0A2020202020203C7461626C65416363656E744E756D6265723E313C2F7461626C65416363656E744E756D6265723E0D0A2020202020203C212D2D20546865203C6E6F746573466F6E7453697A653E207461672064657465726D696E6573207768617420666F6E742073697A652073686F756C64206265206170706C69656420746F206E65776C792063726561746564206E6F7465732F736F7572636520626F7865732E2056616C69642076616C7565732061726520696E7465676572206E756D626572732E20496620746865206F7074696F6E206973206E6F742070726573656E74206F72206E6F742076616C69642C207468652064656661756C7420697320757365642E202D2D3E0D0A2020202020203C6E6F746573466F6E7453697A653E383C2F6E6F746573466F6E7453697A653E0D0A2020202020203C6E6F74657354657874436F6C6F723E233030303030303C2F6E6F74657354657874436F6C6F723E0D0A2020202020203C212D2D20546865203C737461747573537469636B657252756E6E696E674167656E6461466F6E7453697A653E207461672064657465726D696E6573207768617420666F6E742073697A652073686F756C64206265206170706C69656420746F206E65776C7920637265617465642073746174757320737469636B65727320616E642072756E6E696E67206167656E6461732E2056616C69642076616C7565732061726520696E7465676572206E756D626572732E20496620746865206F7074696F6E206973206E6F742070726573656E74206F72206E6F742076616C69642C207468652064656661756C7420697320757365642E202D2D3E0D0A2020202020203C737461747573537469636B657252756E6E696E674167656E6461466F6E7453697A653E31323C2F737461747573537469636B657252756E6E696E674167656E6461466F6E7453697A653E0D0A2020202020203C212D2D20546865203C636F6C756D6E53706163696E673E207461672064657465726D696E657320746865207769647468206F66207468652073706163696E67206265747765656E20636F6C756D6E7320696E2070742E56616C69642076616C7565732061726520696E7465676572206E756D626572732C206D696E2E2032382C206D61782E20383520287E312D33636D292E20496620746865206F7074696F6E206973206E6F742070726573656E74206F72206E6F742076616C69642C207468652064656661756C7420697320757365642E202D2D3E0D0A2020202020203C636F6C756D6E53706163696E673E34323C2F636F6C756D6E53706163696E673E0D0A202020203C2F73657474696E67733E0D0A202020203C212D2D20496E737472756374696F6E7320666F72203C636F6C6F72733E207461673A55736520616E79206E756D626572206F66203C636F6C6F723E2E2E2E3C2F636F6C6F723E206C696E65732E2045616368206C696E652063726561746573206120636C69656E7420636F6C6F72206F6E2074686520636C69656E7420636F6C6F722070616C6574746520696E20746865206F7264657220746865792061707065617220686572652E54686520636C69656E7420636F6C6F722068657820636F646520676F6573206265747765656E20746865203C636F6C6F723E20616E64203C2F636F6C6F723E20746167732E546865203C636F6C6F723E20746167206D6179206861766520746865206F7074696F6E2022636F6E7472617374696E6754657874436F6C6F72222E2049662069742069732073657420746F20612076616C6964205247422068657820636F6465207468656E207468617420636F6C6F722077696C6C206265207573656420666F722074657874206966207468652075736572206170706C6965732074686520636C69656E7420636F6C6F7220746F2066696C6C20612073686170652E2048656E63652C20636F6E7472617374696E6754657874436F6C6F7220757375616C6C79206973207768697465202823464646464646292C20626C61636B20282330303030303029206F7220616E6F74686572206461726B20636F6C6F722E202D2D3E0D0A202020203C636F6C6F72733E0D0A2020202020203C636F6C6F7220636F6E7472617374696E6754657874436F6C6F723D2223303030303030223E234639444130303C2F636F6C6F723E0D0A2020202020203C636F6C6F7220636F6E7472617374696E6754657874436F6C6F723D2223464646464646223E233239343435373C2F636F6C6F723E0D0A2020202020203C636F6C6F7220636F6E7472617374696E6754657874436F6C6F723D2223464646464646223E233534364137383C2F636F6C6F723E0D0A2020202020203C636F6C6F7220636F6E7472617374696E6754657874436F6C6F723D2223464646464646223E233744384639393C2F636F6C6F723E0D0A2020202020203C636F6C6F7220636F6E7472617374696E6754657874436F6C6F723D2223303030303030223E234142423442443C2F636F6C6F723E0D0A2020202020203C636F6C6F7220636F6E7472617374696E6754657874436F6C6F723D2223303030303030223E234642423633353C2F636F6C6F723E0D0A2020202020203C636F6C6F7220636F6E7472617374696E6754657874436F6C6F723D2223303030303030223E234644433336303C2F636F6C6F723E0D0A2020202020203C636F6C6F7220636F6E7472617374696E6754657874436F6C6F723D2223303030303030223E234645434638373C2F636F6C6F723E0D0A2020202020203C636F6C6F7220636F6E7472617374696E6754657874436F6C6F723D2223303030303030223E234645444441383C2F636F6C6F723E0D0A2020202020203C636F6C6F7220636F6E7472617374696E6754657874436F6C6F723D2223464646464646223E233134313531373C2F636F6C6F723E0D0A2020202020203C636F6C6F7220636F6E7472617374696E6754657874436F6C6F723D2223303030303030223E234538453845383C2F636F6C6F723E0D0A2020202020203C636F6C6F7220636F6E7472617374696E6754657874436F6C6F723D2223464646464646223E233042313332423C2F636F6C6F723E0D0A2020202020203C636F6C6F7220636F6E7472617374696E6754657874436F6C6F723D2223464646464646223E233639314637343C2F636F6C6F723E0D0A2020202020203C636F6C6F7220636F6E7472617374696E6754657874436F6C6F723D2223464646464646223E233342324644383C2F636F6C6F723E0D0A2020202020203C636F6C6F7220636F6E7472617374696E6754657874436F6C6F723D2223303030303030223E234234423741433C2F636F6C6F723E0D0A2020202020203C636F6C6F7220636F6E7472617374696E6754657874436F6C6F723D2223464646464646223E233541423839313C2F636F6C6F723E0D0A2020202020203C636F6C6F7220636F6E7472617374696E6754657874436F6C6F723D2223464646464646223E233030363638313C2F636F6C6F723E0D0A2020202020203C636F6C6F7220636F6E7472617374696E6754657874436F6C6F723D2223464646464646223E234635394430463C2F636F6C6F723E0D0A2020202020203C636F6C6F7220636F6E7472617374696E6754657874436F6C6F723D2223464646464646223E234537343031313C2F636F6C6F723E0D0A2020202020203C636F6C6F7220636F6E7472617374696E6754657874436F6C6F723D2223464646464646223E234646354333343C2F636F6C6F723E0D0A2020202020203C636F6C6F7220636F6E7472617374696E6754657874436F6C6F723D2223464646464646223E233030353538463C2F636F6C6F723E0D0A2020202020203C636F6C6F7220636F6E7472617374696E6754657874436F6C6F723D2223464646464646223E233030353834453C2F636F6C6F723E0D0A2020202020203C636F6C6F7220636F6E7472617374696E6754657874436F6C6F723D2223464646464646223E234142324539323C2F636F6C6F723E0D0A2020202020203C636F6C6F7220636F6E7472617374696E6754657874436F6C6F723D2223464646464646223E234441303432433C2F636F6C6F723E0D0A2020202020203C636F6C6F7220636F6E7472617374696E6754657874436F6C6F723D2223464646464646223E233136314441463C2F636F6C6F723E0D0A2020202020203C636F6C6F7220636F6E7472617374696E6754657874436F6C6F723D2223303030303030223E234646423541433C2F636F6C6F723E0D0A2020202020203C636F6C6F7220636F6E7472617374696E6754657874436F6C6F723D2223464646464646223E233431423443423C2F636F6C6F723E0D0A2020202020203C636F6C6F7220636F6E7472617374696E6754657874436F6C6F723D2223464646464646223E233030443343413C2F636F6C6F723E0D0A2020202020203C636F6C6F7220636F6E7472617374696E6754657874436F6C6F723D2223303030303030223E234537394644413C2F636F6C6F723E0D0A2020202020203C636F6C6F7220636F6E7472617374696E6754657874436F6C6F723D2223303030303030223E234646413442373C2F636F6C6F723E0D0A2020202020203C636F6C6F7220636F6E7472617374696E6754657874436F6C6F723D2223303030303030223E233739414445363C2F636F6C6F723E0D0A202020203C2F636F6C6F72733E0D0A20203C2F74656D706C6174653E0D0A20203C4775696465733E0D0A202020203C4C656674477569646520786D6C6E733D22323122202F3E0D0A202020203C5269676874477569646520786D6C6E733D2239333922202F3E0D0A202020203C5570706572537469636B6572477569646520786D6C6E733D22363922202F3E0D0A202020203C4C6F776572537469636B6572477569646520786D6C6E733D22393622202F3E0D0A202020203C426F74746F6D477569646520786D6C6E733D2235303522202F3E0D0A20203C2F4775696465733E0D0A3C2F627466703E --&gt;&lt;/BTFP&gt;</a:t>
            </a:r>
          </a:p>
        </p:txBody>
      </p:sp>
      <p:sp>
        <p:nvSpPr>
          <p:cNvPr id="8" name="CreatedFooter" hidden="1"/>
          <p:cNvSpPr/>
          <p:nvPr userDrawn="1">
            <p:custDataLst>
              <p:tags r:id="rId25"/>
            </p:custDataLst>
          </p:nvPr>
        </p:nvSpPr>
        <p:spPr>
          <a:xfrm>
            <a:off x="8019472" y="6642000"/>
            <a:ext cx="2140528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" name="OfficeCode" hidden="1"/>
          <p:cNvSpPr/>
          <p:nvPr userDrawn="1">
            <p:custDataLst>
              <p:tags r:id="rId26"/>
            </p:custDataLst>
          </p:nvPr>
        </p:nvSpPr>
        <p:spPr>
          <a:xfrm>
            <a:off x="7225145" y="6642000"/>
            <a:ext cx="540327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WSS</a:t>
            </a: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9A970583-719B-AF59-4579-C92669CEAD53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5C6D589A-457D-70E9-2EE0-E4A8693A11B5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22"/>
    </p:custDataLst>
    <p:extLst>
      <p:ext uri="{BB962C8B-B14F-4D97-AF65-F5344CB8AC3E}">
        <p14:creationId xmlns:p14="http://schemas.microsoft.com/office/powerpoint/2010/main" val="255768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70" r:id="rId2"/>
    <p:sldLayoutId id="2147483964" r:id="rId3"/>
    <p:sldLayoutId id="2147483953" r:id="rId4"/>
    <p:sldLayoutId id="2147483954" r:id="rId5"/>
    <p:sldLayoutId id="2147483966" r:id="rId6"/>
    <p:sldLayoutId id="2147483968" r:id="rId7"/>
    <p:sldLayoutId id="2147483958" r:id="rId8"/>
    <p:sldLayoutId id="2147483926" r:id="rId9"/>
    <p:sldLayoutId id="2147483959" r:id="rId10"/>
    <p:sldLayoutId id="2147483939" r:id="rId11"/>
    <p:sldLayoutId id="2147483969" r:id="rId12"/>
    <p:sldLayoutId id="2147483963" r:id="rId13"/>
    <p:sldLayoutId id="2147483957" r:id="rId14"/>
    <p:sldLayoutId id="2147483960" r:id="rId15"/>
    <p:sldLayoutId id="2147483965" r:id="rId16"/>
    <p:sldLayoutId id="2147483955" r:id="rId17"/>
    <p:sldLayoutId id="2147483973" r:id="rId18"/>
    <p:sldLayoutId id="2147483974" r:id="rId19"/>
    <p:sldLayoutId id="2147483956" r:id="rId20"/>
  </p:sldLayoutIdLst>
  <p:transition/>
  <p:hf hdr="0"/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800" kern="1200">
          <a:solidFill>
            <a:schemeClr val="bg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7680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00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pos="401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orient="horz" pos="81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_@Akkodis">
            <a:extLst>
              <a:ext uri="{FF2B5EF4-FFF2-40B4-BE49-F238E27FC236}">
                <a16:creationId xmlns:a16="http://schemas.microsoft.com/office/drawing/2014/main" id="{042ECA9E-E837-93B3-F7B1-A2B8FE17EC52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243A81FD-CFF3-40F3-1DDA-F58DA9AB765C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extLst>
      <p:ext uri="{BB962C8B-B14F-4D97-AF65-F5344CB8AC3E}">
        <p14:creationId xmlns:p14="http://schemas.microsoft.com/office/powerpoint/2010/main" val="3870990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900" r:id="rId2"/>
    <p:sldLayoutId id="2147483897" r:id="rId3"/>
    <p:sldLayoutId id="214748389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70" userDrawn="1">
          <p15:clr>
            <a:srgbClr val="F26B43"/>
          </p15:clr>
        </p15:guide>
        <p15:guide id="4" orient="horz" pos="4156" userDrawn="1">
          <p15:clr>
            <a:srgbClr val="F26B43"/>
          </p15:clr>
        </p15:guide>
        <p15:guide id="5" pos="7410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  <p15:guide id="9" pos="76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1094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B81C"/>
                </a:solidFill>
                <a:latin typeface="Noto Sans JP"/>
              </a:rPr>
              <a:t>BtoB マーケティングの全体像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1109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FFFFFF"/>
                </a:solidFill>
                <a:latin typeface="Noto Sans JP"/>
              </a:rPr>
              <a:t>失敗しがちな3つの罠と打ち手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B81C"/>
                </a:solidFill>
                <a:latin typeface="Noto Sans JP"/>
              </a:rPr>
              <a:t>AKKODiS — Internal  /  AKKODiS Japan / マーケティング部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55664"/>
            <a:ext cx="12192000" cy="36576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54640" y="61722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Noto Sans JP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411480"/>
            <a:ext cx="12192000" cy="45720"/>
          </a:xfrm>
          <a:prstGeom prst="rect">
            <a:avLst/>
          </a:prstGeom>
          <a:solidFill>
            <a:srgbClr val="00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1094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1F33"/>
                </a:solidFill>
                <a:latin typeface="Noto Sans JP"/>
              </a:rPr>
              <a:t>アジェンダ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00000"/>
                </a:solidFill>
                <a:latin typeface="Noto Sans JP"/>
              </a:rPr>
              <a:t>・1. BtoB マーケが BtoC と決定的に違う3点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00000"/>
                </a:solidFill>
                <a:latin typeface="Noto Sans JP"/>
              </a:rPr>
              <a:t>・2. 失敗パターン × 打ち手（Marketo / SharePoint / Power BI 活用）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55664"/>
            <a:ext cx="12192000" cy="36576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54640" y="61722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470"/>
                </a:solidFill>
                <a:latin typeface="Noto Sans JP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411480"/>
            <a:ext cx="12192000" cy="45720"/>
          </a:xfrm>
          <a:prstGeom prst="rect">
            <a:avLst/>
          </a:prstGeom>
          <a:solidFill>
            <a:srgbClr val="00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11094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1F33"/>
                </a:solidFill>
                <a:latin typeface="Noto Sans JP"/>
              </a:rPr>
              <a:t>BtoB マーケティングの本質と打ち手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00000"/>
                </a:solidFill>
                <a:latin typeface="Noto Sans JP"/>
              </a:rPr>
              <a:t>・意思決定者が複数（DMU）→ ペルソナを職種別に複数定義し、職種別 LP を用意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00000"/>
                </a:solidFill>
                <a:latin typeface="Noto Sans JP"/>
              </a:rPr>
              <a:t>・意思決定サイクルが長い → Marketo でフェーズ別ナーチャリングを自動化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00000"/>
                </a:solidFill>
                <a:latin typeface="Noto Sans JP"/>
              </a:rPr>
              <a:t>・ROI 計測が難しい → MQL/SQL/商談化を中間 KPI として Power BI で可視化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00000"/>
                </a:solidFill>
                <a:latin typeface="Noto Sans JP"/>
              </a:rPr>
              <a:t>・失敗1: リード量だけ追う → 商談化率・受注率まで KPI 化する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00000"/>
                </a:solidFill>
                <a:latin typeface="Noto Sans JP"/>
              </a:rPr>
              <a:t>・失敗2: LP を1本化 → 業種・職種で分岐し、コンバージョンを最適化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55664"/>
            <a:ext cx="12192000" cy="36576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54640" y="61722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470"/>
                </a:solidFill>
                <a:latin typeface="Noto Sans JP"/>
              </a:rPr>
              <a:t>3 / 3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10.0.18363.0"/>
  <p:tag name="AS_RELEASE_DATE" val="2018.09.12"/>
  <p:tag name="AS_TITLE" val="Aspose.Slides for .NET 4.0"/>
  <p:tag name="AS_VERSION" val="18.9"/>
  <p:tag name="BTFPCOLUMNGUIDE" val="Bain"/>
  <p:tag name="MEKKOFORMATS" val="&lt;MekkoFormats&gt;&lt;NumberFormat DecimalSeparator=&quot;,&quot; ThousandSeparator=&quot;.&quot; NegativeNumberFormat=&quot;1&quot; /&gt;&lt;Font&gt;&lt;Output_Font_Name Default=&quot;Arial&quot; UsePPTTheme=&quot;True&quot; /&gt;&lt;/Font&gt;&lt;DateFormat CultureID=&quot;2057&quot; FormatString=&quot;M/d/yyyy&quot; /&gt;&lt;/MekkoFormats&gt;"/>
  <p:tag name="OFFICE" val="Zurich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3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6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7"/>
</p:tagLst>
</file>

<file path=ppt/theme/theme1.xml><?xml version="1.0" encoding="utf-8"?>
<a:theme xmlns:a="http://schemas.openxmlformats.org/drawingml/2006/main" name="1-FIRST SLIDE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>
        <a:spAutoFit/>
      </a:bodyPr>
      <a:lstStyle>
        <a:defPPr marL="0" marR="0" indent="0" algn="l" defTabSz="711200" rtl="0" eaLnBrk="1" fontAlgn="auto" latinLnBrk="0" hangingPunct="1">
          <a:lnSpc>
            <a:spcPct val="130000"/>
          </a:lnSpc>
          <a:spcBef>
            <a:spcPts val="1200"/>
          </a:spcBef>
          <a:spcAft>
            <a:spcPts val="0"/>
          </a:spcAft>
          <a:buClrTx/>
          <a:buSzTx/>
          <a:buFontTx/>
          <a:buNone/>
          <a:tabLst/>
          <a:defRPr kumimoji="0" b="0" i="0" u="none" strike="noStrike" kern="1200" cap="none" spc="0" normalizeH="0" baseline="0" noProof="0" dirty="0">
            <a:ln>
              <a:noFill/>
            </a:ln>
            <a:solidFill>
              <a:srgbClr val="FFFFFF"/>
            </a:solidFill>
            <a:effectLst/>
            <a:uLnTx/>
            <a:uFillTx/>
            <a:latin typeface="Times"/>
            <a:cs typeface="Time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-AGENDA AND CHAPTER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-SLIDE CONTENT">
  <a:themeElements>
    <a:clrScheme name="Akkodis 3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Z5RE_16.9_SampleFile_vF.pptx" id="{91C5FECB-731B-4237-81EB-DB5E757377E6}" vid="{758C4D5D-C3E2-4A1A-9047-65C2CB5168F4}"/>
    </a:ext>
  </a:extLst>
</a:theme>
</file>

<file path=ppt/theme/theme4.xml><?xml version="1.0" encoding="utf-8"?>
<a:theme xmlns:a="http://schemas.openxmlformats.org/drawingml/2006/main" name="4-CONCLUSION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7a6d4bf-5be2-4128-becf-c640b464bce1">
      <Terms xmlns="http://schemas.microsoft.com/office/infopath/2007/PartnerControls"/>
    </lcf76f155ced4ddcb4097134ff3c332f>
    <TaxCatchAll xmlns="bacfbfc4-940a-401c-a573-376360c6b669" xsi:nil="true"/>
    <SharedWithUsers xmlns="bacfbfc4-940a-401c-a573-376360c6b669">
      <UserInfo>
        <DisplayName/>
        <AccountId xsi:nil="true"/>
        <AccountType/>
      </UserInfo>
    </SharedWithUsers>
    <_x6709__x52b9__x671f__x9650_ xmlns="47a6d4bf-5be2-4128-becf-c640b464bce1">2027-01-28T15:00:00+00:00</_x6709__x52b9__x671f__x9650_>
    <_x4e3b__x5e79__x90e8__x9580_ xmlns="47a6d4bf-5be2-4128-becf-c640b464bce1">Brand &amp; Candidate Marketing</_x4e3b__x5e79__x90e8__x9580_>
    <_x6587__x66f8__x30ab__x30c6__x30b4__x30ea_ xmlns="47a6d4bf-5be2-4128-becf-c640b464bce1">手引書・マニュアル・ガイドライン</_x6587__x66f8__x30ab__x30c6__x30b4__x30ea_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9B5FBA8B3D2FA4B89071852C4E5BAC1" ma:contentTypeVersion="20" ma:contentTypeDescription="新しいドキュメントを作成します。" ma:contentTypeScope="" ma:versionID="539cc9e07677aad46f9b4e62c5ff0252">
  <xsd:schema xmlns:xsd="http://www.w3.org/2001/XMLSchema" xmlns:xs="http://www.w3.org/2001/XMLSchema" xmlns:p="http://schemas.microsoft.com/office/2006/metadata/properties" xmlns:ns2="47a6d4bf-5be2-4128-becf-c640b464bce1" xmlns:ns3="bacfbfc4-940a-401c-a573-376360c6b669" targetNamespace="http://schemas.microsoft.com/office/2006/metadata/properties" ma:root="true" ma:fieldsID="5814eac6e5d86d9bfe392b44da0e744f" ns2:_="" ns3:_="">
    <xsd:import namespace="47a6d4bf-5be2-4128-becf-c640b464bce1"/>
    <xsd:import namespace="bacfbfc4-940a-401c-a573-376360c6b66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  <xsd:element ref="ns2:_x6587__x66f8__x30ab__x30c6__x30b4__x30ea_" minOccurs="0"/>
                <xsd:element ref="ns2:_x4e3b__x5e79__x90e8__x9580_" minOccurs="0"/>
                <xsd:element ref="ns2:_x6709__x52b9__x671f__x965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a6d4bf-5be2-4128-becf-c640b464bc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画像タグ" ma:readOnly="false" ma:fieldId="{5cf76f15-5ced-4ddc-b409-7134ff3c332f}" ma:taxonomyMulti="true" ma:sspId="c8d623f0-c3d6-48c0-91ae-9e9748d346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6587__x66f8__x30ab__x30c6__x30b4__x30ea_" ma:index="24" nillable="true" ma:displayName="文書カテゴリ" ma:description="文書カテゴリ（Category）" ma:format="Dropdown" ma:internalName="_x6587__x66f8__x30ab__x30c6__x30b4__x30ea_">
      <xsd:simpleType>
        <xsd:restriction base="dms:Choice">
          <xsd:enumeration value="手引書・マニュアル・ガイドライン"/>
          <xsd:enumeration value="ロゴデータ"/>
          <xsd:enumeration value="会社説明資料"/>
          <xsd:enumeration value="申請書・報告書"/>
          <xsd:enumeration value="研修資料"/>
          <xsd:enumeration value="その他資料"/>
        </xsd:restriction>
      </xsd:simpleType>
    </xsd:element>
    <xsd:element name="_x4e3b__x5e79__x90e8__x9580_" ma:index="25" nillable="true" ma:displayName="主幹部門" ma:description="主幹部門（Owner）" ma:format="Dropdown" ma:internalName="_x4e3b__x5e79__x90e8__x9580_">
      <xsd:simpleType>
        <xsd:restriction base="dms:Choice">
          <xsd:enumeration value="Marketing部"/>
          <xsd:enumeration value="Brand &amp; Candidate Marketing"/>
          <xsd:enumeration value="Client Marketing"/>
        </xsd:restriction>
      </xsd:simpleType>
    </xsd:element>
    <xsd:element name="_x6709__x52b9__x671f__x9650_" ma:index="26" nillable="true" ma:displayName="有効期限" ma:description="有効期限（Period）" ma:format="DateOnly" ma:internalName="_x6709__x52b9__x671f__x9650_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cfbfc4-940a-401c-a573-376360c6b669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b81a0528-3e1c-4347-9537-41b130223b4a}" ma:internalName="TaxCatchAll" ma:showField="CatchAllData" ma:web="bacfbfc4-940a-401c-a573-376360c6b66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1C5364E-35E5-40DC-8DBA-4B5389050B4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721018-8EAC-4CFC-85DA-36590C7951A4}">
  <ds:schemaRefs>
    <ds:schemaRef ds:uri="http://schemas.microsoft.com/office/infopath/2007/PartnerControls"/>
    <ds:schemaRef ds:uri="http://purl.org/dc/elements/1.1/"/>
    <ds:schemaRef ds:uri="d11fc70d-f960-4640-ad01-27edb7bc7eef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dcmitype/"/>
    <ds:schemaRef ds:uri="9253a7fa-cb9e-4121-a6a3-dfbc2f616445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CB6D9822-6F17-4A01-AEC0-4E9DD39C76DC}"/>
</file>

<file path=docMetadata/LabelInfo.xml><?xml version="1.0" encoding="utf-8"?>
<clbl:labelList xmlns:clbl="http://schemas.microsoft.com/office/2020/mipLabelMetadata">
  <clbl:label id="{23ed4288-e1c3-41d2-9099-5088ef2adcf7}" enabled="1" method="Privileged" siteId="{13bce9b3-c38d-4764-b636-26955c3b5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Words>1085</Words>
  <Application>Microsoft Office PowerPoint</Application>
  <PresentationFormat>ワイド画面</PresentationFormat>
  <Paragraphs>127</Paragraphs>
  <Slides>16</Slides>
  <Notes>1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5" baseType="lpstr">
      <vt:lpstr>Meiryo UI</vt:lpstr>
      <vt:lpstr>Arial</vt:lpstr>
      <vt:lpstr>Calibri</vt:lpstr>
      <vt:lpstr>Times New Roman</vt:lpstr>
      <vt:lpstr>1-FIRST SLIDE</vt:lpstr>
      <vt:lpstr>2-AGENDA AND CHAPTER</vt:lpstr>
      <vt:lpstr>3-SLIDE CONTENT</vt:lpstr>
      <vt:lpstr>4-CONCLUSION</vt:lpstr>
      <vt:lpstr>think-cell Slide</vt:lpstr>
      <vt:lpstr>Presentation Title</vt:lpstr>
      <vt:lpstr>Presentation Title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SteerCo</dc:title>
  <dc:creator>Markus Banek</dc:creator>
  <cp:lastModifiedBy>James Bottari</cp:lastModifiedBy>
  <cp:revision>4</cp:revision>
  <dcterms:created xsi:type="dcterms:W3CDTF">2022-01-26T09:07:01Z</dcterms:created>
  <dcterms:modified xsi:type="dcterms:W3CDTF">2025-05-26T00:17:35Z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0x01010019B5FBA8B3D2FA4B89071852C4E5BAC1</vt:lpwstr>
  </property>
  <property fmtid="{D5CDD505-2E9C-101B-9397-08002B2CF9AE}" pid="3" name="MediaServiceImageTags">
    <vt:lpwstr/>
  </property>
  <property fmtid="{D5CDD505-2E9C-101B-9397-08002B2CF9AE}" pid="4" name="Order">
    <vt:r8>1603700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SourceUrl">
    <vt:lpwstr/>
  </property>
  <property fmtid="{D5CDD505-2E9C-101B-9397-08002B2CF9AE}" pid="8" name="_SharedFileIndex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_ExtendedDescription">
    <vt:lpwstr/>
  </property>
  <property fmtid="{D5CDD505-2E9C-101B-9397-08002B2CF9AE}" pid="12" name="TriggerFlowInfo">
    <vt:lpwstr/>
  </property>
</Properties>
</file>