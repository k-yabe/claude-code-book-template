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4"/>
    <p:sldMasterId id="2147483904" r:id="rId5"/>
    <p:sldMasterId id="2147483924" r:id="rId6"/>
    <p:sldMasterId id="2147483896" r:id="rId7"/>
  </p:sldMasterIdLst>
  <p:notesMasterIdLst>
    <p:notesMasterId r:id="rId24"/>
  </p:notesMasterIdLst>
  <p:handoutMasterIdLst>
    <p:handoutMasterId r:id="rId25"/>
  </p:handoutMasterIdLst>
  <p:sldIdLst>
    <p:sldId id="256" r:id="rId17"/>
    <p:sldId id="257" r:id="rId18"/>
    <p:sldId id="258" r:id="rId19"/>
  </p:sldIdLst>
  <p:sldSz cx="12192000" cy="6858000"/>
  <p:notesSz cx="6797675" cy="9926638"/>
  <p:custDataLst>
    <p:tags r:id="rId2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79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F7F7F"/>
    <a:srgbClr val="D9D9D9"/>
    <a:srgbClr val="001F33"/>
    <a:srgbClr val="001F32"/>
    <a:srgbClr val="017585"/>
    <a:srgbClr val="00FFFF"/>
    <a:srgbClr val="FFFFFF"/>
    <a:srgbClr val="BABABA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A5A20-6F92-4A74-A59F-D6FF4797BAE6}" v="4" dt="2025-05-01T06:54:48.082"/>
  </p1510:revLst>
</p1510:revInfo>
</file>

<file path=ppt/tableStyles.xml><?xml version="1.0" encoding="utf-8"?>
<a:tblStyleLst xmlns:a="http://schemas.openxmlformats.org/drawingml/2006/main" def="{2D5ABB26-0587-4C30-8999-92F81FD0307C}">
  <a:tblStyle styleId="{3B4B98B0-60AC-42C2-AFA5-B58CD77FA1E5}" styleName="Light Style 1 - Accent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rgbClr val="B4B4B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6D6D6"/>
          </a:solidFill>
        </a:fill>
      </a:tcStyle>
    </a:band1H>
    <a:firstCol>
      <a:tcTxStyle b="on"/>
      <a:tcStyle>
        <a:tcBdr/>
      </a:tcStyle>
    </a:firstCol>
    <a:lastRow>
      <a:tcTxStyle b="on">
        <a:fontRef idx="minor">
          <a:prstClr val="black"/>
        </a:fontRef>
        <a:srgbClr val="FFFFFF"/>
      </a:tcTxStyle>
      <a:tcStyle>
        <a:tcBdr>
          <a:top>
            <a:ln w="19050" cmpd="sng">
              <a:solidFill>
                <a:srgbClr val="FFFFFF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accent1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268" y="264"/>
      </p:cViewPr>
      <p:guideLst>
        <p:guide pos="6879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Bottari" userId="aa7a7255-5a07-4af6-b02d-40373b14c66b" providerId="ADAL" clId="{2A732B6F-06FB-4E60-84BF-826ED2223EED}"/>
    <pc:docChg chg="undo custSel modSld modMainMaster">
      <pc:chgData name="James Bottari" userId="aa7a7255-5a07-4af6-b02d-40373b14c66b" providerId="ADAL" clId="{2A732B6F-06FB-4E60-84BF-826ED2223EED}" dt="2024-11-26T07:27:04.525" v="82" actId="12788"/>
      <pc:docMkLst>
        <pc:docMk/>
      </pc:docMkLst>
      <pc:sldChg chg="modAnim">
        <pc:chgData name="James Bottari" userId="aa7a7255-5a07-4af6-b02d-40373b14c66b" providerId="ADAL" clId="{2A732B6F-06FB-4E60-84BF-826ED2223EED}" dt="2024-11-26T07:16:19.719" v="69"/>
        <pc:sldMkLst>
          <pc:docMk/>
          <pc:sldMk cId="2385859357" sldId="296"/>
        </pc:sldMkLst>
      </pc:sldChg>
      <pc:sldMasterChg chg="addSp delSp modSp mod modSldLayout">
        <pc:chgData name="James Bottari" userId="aa7a7255-5a07-4af6-b02d-40373b14c66b" providerId="ADAL" clId="{2A732B6F-06FB-4E60-84BF-826ED2223EED}" dt="2024-11-26T04:42:03.573" v="14" actId="478"/>
        <pc:sldMasterMkLst>
          <pc:docMk/>
          <pc:sldMasterMk cId="1096814676" sldId="2147483895"/>
        </pc:sldMasterMkLst>
        <pc:sldLayoutChg chg="delSp mod">
          <pc:chgData name="James Bottari" userId="aa7a7255-5a07-4af6-b02d-40373b14c66b" providerId="ADAL" clId="{2A732B6F-06FB-4E60-84BF-826ED2223EED}" dt="2024-11-26T04:40:17.314" v="5" actId="478"/>
          <pc:sldLayoutMkLst>
            <pc:docMk/>
            <pc:sldMasterMk cId="1096814676" sldId="2147483895"/>
            <pc:sldLayoutMk cId="476608779" sldId="2147483901"/>
          </pc:sldLayoutMkLst>
        </pc:sldLayoutChg>
        <pc:sldLayoutChg chg="delSp mod">
          <pc:chgData name="James Bottari" userId="aa7a7255-5a07-4af6-b02d-40373b14c66b" providerId="ADAL" clId="{2A732B6F-06FB-4E60-84BF-826ED2223EED}" dt="2024-11-26T04:40:14.558" v="4" actId="478"/>
          <pc:sldLayoutMkLst>
            <pc:docMk/>
            <pc:sldMasterMk cId="1096814676" sldId="2147483895"/>
            <pc:sldLayoutMk cId="2939810570" sldId="2147483902"/>
          </pc:sldLayoutMkLst>
        </pc:sldLayoutChg>
        <pc:sldLayoutChg chg="delSp mod">
          <pc:chgData name="James Bottari" userId="aa7a7255-5a07-4af6-b02d-40373b14c66b" providerId="ADAL" clId="{2A732B6F-06FB-4E60-84BF-826ED2223EED}" dt="2024-11-26T04:40:09.921" v="3" actId="478"/>
          <pc:sldLayoutMkLst>
            <pc:docMk/>
            <pc:sldMasterMk cId="1096814676" sldId="2147483895"/>
            <pc:sldLayoutMk cId="3255171268" sldId="2147483971"/>
          </pc:sldLayoutMkLst>
        </pc:sldLayoutChg>
        <pc:sldLayoutChg chg="delSp mod">
          <pc:chgData name="James Bottari" userId="aa7a7255-5a07-4af6-b02d-40373b14c66b" providerId="ADAL" clId="{2A732B6F-06FB-4E60-84BF-826ED2223EED}" dt="2024-11-26T04:40:22.659" v="6" actId="478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delSp mod modSldLayout">
        <pc:chgData name="James Bottari" userId="aa7a7255-5a07-4af6-b02d-40373b14c66b" providerId="ADAL" clId="{2A732B6F-06FB-4E60-84BF-826ED2223EED}" dt="2024-11-26T07:27:04.525" v="82" actId="12788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2A732B6F-06FB-4E60-84BF-826ED2223EED}" dt="2024-11-26T04:44:01.997" v="42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7:21:15.850" v="79" actId="122"/>
          <pc:sldLayoutMkLst>
            <pc:docMk/>
            <pc:sldMasterMk cId="3870990250" sldId="2147483896"/>
            <pc:sldLayoutMk cId="3792869417" sldId="2147483897"/>
          </pc:sldLayoutMkLst>
        </pc:sldLayoutChg>
        <pc:sldLayoutChg chg="addSp delSp modSp mod delAnim modAnim">
          <pc:chgData name="James Bottari" userId="aa7a7255-5a07-4af6-b02d-40373b14c66b" providerId="ADAL" clId="{2A732B6F-06FB-4E60-84BF-826ED2223EED}" dt="2024-11-26T07:27:04.525" v="82" actId="12788"/>
          <pc:sldLayoutMkLst>
            <pc:docMk/>
            <pc:sldMasterMk cId="3870990250" sldId="2147483896"/>
            <pc:sldLayoutMk cId="2994822769" sldId="2147483898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4:05.799" v="44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delSp modSp mod modSldLayout">
        <pc:chgData name="James Bottari" userId="aa7a7255-5a07-4af6-b02d-40373b14c66b" providerId="ADAL" clId="{2A732B6F-06FB-4E60-84BF-826ED2223EED}" dt="2024-11-26T04:58:07.497" v="54" actId="478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2A732B6F-06FB-4E60-84BF-826ED2223EED}" dt="2024-11-26T04:57:59.385" v="51" actId="1035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01.198" v="52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2:31.707" v="20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modSp">
          <pc:chgData name="James Bottari" userId="aa7a7255-5a07-4af6-b02d-40373b14c66b" providerId="ADAL" clId="{2A732B6F-06FB-4E60-84BF-826ED2223EED}" dt="2024-11-26T04:46:48.279" v="48"/>
          <pc:sldLayoutMkLst>
            <pc:docMk/>
            <pc:sldMasterMk cId="1584904203" sldId="2147483904"/>
            <pc:sldLayoutMk cId="3359192433" sldId="2147483910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02.573" v="53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addSp delSp modSp mod modSldLayout">
        <pc:chgData name="James Bottari" userId="aa7a7255-5a07-4af6-b02d-40373b14c66b" providerId="ADAL" clId="{2A732B6F-06FB-4E60-84BF-826ED2223EED}" dt="2024-11-26T04:59:10.910" v="67"/>
        <pc:sldMasterMkLst>
          <pc:docMk/>
          <pc:sldMasterMk cId="2557689541" sldId="2147483924"/>
        </pc:sldMasterMkLst>
        <pc:sldLayoutChg chg="addSp modSp">
          <pc:chgData name="James Bottari" userId="aa7a7255-5a07-4af6-b02d-40373b14c66b" providerId="ADAL" clId="{2A732B6F-06FB-4E60-84BF-826ED2223EED}" dt="2024-11-26T04:58:42.730" v="59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48.125" v="61"/>
          <pc:sldLayoutMkLst>
            <pc:docMk/>
            <pc:sldMasterMk cId="2557689541" sldId="2147483924"/>
            <pc:sldLayoutMk cId="2136145471" sldId="2147483939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31.103" v="58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2:51.639" v="26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modSp">
          <pc:chgData name="James Bottari" userId="aa7a7255-5a07-4af6-b02d-40373b14c66b" providerId="ADAL" clId="{2A732B6F-06FB-4E60-84BF-826ED2223EED}" dt="2024-11-26T04:59:02.725" v="66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modSp">
          <pc:chgData name="James Bottari" userId="aa7a7255-5a07-4af6-b02d-40373b14c66b" providerId="ADAL" clId="{2A732B6F-06FB-4E60-84BF-826ED2223EED}" dt="2024-11-26T04:59:10.910" v="67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5.695" v="64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27.900" v="34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44.924" v="60"/>
          <pc:sldLayoutMkLst>
            <pc:docMk/>
            <pc:sldMasterMk cId="2557689541" sldId="2147483924"/>
            <pc:sldLayoutMk cId="2255840168" sldId="2147483959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8.734" v="65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21.547" v="56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2.093" v="63"/>
          <pc:sldLayoutMkLst>
            <pc:docMk/>
            <pc:sldMasterMk cId="2557689541" sldId="2147483924"/>
            <pc:sldLayoutMk cId="4002871511" sldId="2147483963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2:45.996" v="24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43.084" v="36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03.461" v="29" actId="207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21.051" v="32" actId="207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50.576" v="62"/>
          <pc:sldLayoutMkLst>
            <pc:docMk/>
            <pc:sldMasterMk cId="2557689541" sldId="2147483924"/>
            <pc:sldLayoutMk cId="3806122435" sldId="2147483969"/>
          </pc:sldLayoutMkLst>
        </pc:sldLayoutChg>
        <pc:sldLayoutChg chg="addSp modSp">
          <pc:chgData name="James Bottari" userId="aa7a7255-5a07-4af6-b02d-40373b14c66b" providerId="ADAL" clId="{2A732B6F-06FB-4E60-84BF-826ED2223EED}" dt="2024-11-26T04:58:24.847" v="57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49.498" v="38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2A732B6F-06FB-4E60-84BF-826ED2223EED}" dt="2024-11-26T04:43:54.318" v="40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68B0AB2A-45B9-492D-99AC-8029653979EC}"/>
    <pc:docChg chg="custSel delSld modSld modMainMaster">
      <pc:chgData name="James Bottari" userId="aa7a7255-5a07-4af6-b02d-40373b14c66b" providerId="ADAL" clId="{68B0AB2A-45B9-492D-99AC-8029653979EC}" dt="2024-12-10T03:23:09.075" v="106" actId="2711"/>
      <pc:docMkLst>
        <pc:docMk/>
      </pc:docMkLst>
      <pc:sldChg chg="modSp mod">
        <pc:chgData name="James Bottari" userId="aa7a7255-5a07-4af6-b02d-40373b14c66b" providerId="ADAL" clId="{68B0AB2A-45B9-492D-99AC-8029653979EC}" dt="2024-12-10T02:52:32.302" v="5" actId="27636"/>
        <pc:sldMkLst>
          <pc:docMk/>
          <pc:sldMk cId="1269259594" sldId="270"/>
        </pc:sldMkLst>
      </pc:sldChg>
      <pc:sldChg chg="modSp mod">
        <pc:chgData name="James Bottari" userId="aa7a7255-5a07-4af6-b02d-40373b14c66b" providerId="ADAL" clId="{68B0AB2A-45B9-492D-99AC-8029653979EC}" dt="2024-12-10T02:52:32.287" v="4" actId="27636"/>
        <pc:sldMkLst>
          <pc:docMk/>
          <pc:sldMk cId="635136332" sldId="303"/>
        </pc:sldMkLst>
      </pc:sldChg>
      <pc:sldChg chg="del">
        <pc:chgData name="James Bottari" userId="aa7a7255-5a07-4af6-b02d-40373b14c66b" providerId="ADAL" clId="{68B0AB2A-45B9-492D-99AC-8029653979EC}" dt="2024-12-10T03:22:40.436" v="104" actId="47"/>
        <pc:sldMkLst>
          <pc:docMk/>
          <pc:sldMk cId="893122604" sldId="313"/>
        </pc:sldMkLst>
      </pc:sldChg>
      <pc:sldChg chg="del">
        <pc:chgData name="James Bottari" userId="aa7a7255-5a07-4af6-b02d-40373b14c66b" providerId="ADAL" clId="{68B0AB2A-45B9-492D-99AC-8029653979EC}" dt="2024-12-10T03:22:39.444" v="103" actId="47"/>
        <pc:sldMkLst>
          <pc:docMk/>
          <pc:sldMk cId="708943038" sldId="314"/>
        </pc:sldMkLst>
      </pc:sldChg>
      <pc:sldChg chg="del">
        <pc:chgData name="James Bottari" userId="aa7a7255-5a07-4af6-b02d-40373b14c66b" providerId="ADAL" clId="{68B0AB2A-45B9-492D-99AC-8029653979EC}" dt="2024-12-10T03:22:44.354" v="105" actId="47"/>
        <pc:sldMkLst>
          <pc:docMk/>
          <pc:sldMk cId="2925611277" sldId="316"/>
        </pc:sldMkLst>
      </pc:sldChg>
      <pc:sldMasterChg chg="modSldLayout">
        <pc:chgData name="James Bottari" userId="aa7a7255-5a07-4af6-b02d-40373b14c66b" providerId="ADAL" clId="{68B0AB2A-45B9-492D-99AC-8029653979EC}" dt="2024-12-10T02:53:11.961" v="9" actId="2711"/>
        <pc:sldMasterMkLst>
          <pc:docMk/>
          <pc:sldMasterMk cId="1096814676" sldId="2147483895"/>
        </pc:sldMasterMkLst>
        <pc:sldLayoutChg chg="modSp">
          <pc:chgData name="James Bottari" userId="aa7a7255-5a07-4af6-b02d-40373b14c66b" providerId="ADAL" clId="{68B0AB2A-45B9-492D-99AC-8029653979EC}" dt="2024-12-10T02:53:03.898" v="8" actId="2711"/>
          <pc:sldLayoutMkLst>
            <pc:docMk/>
            <pc:sldMasterMk cId="1096814676" sldId="2147483895"/>
            <pc:sldLayoutMk cId="476608779" sldId="2147483901"/>
          </pc:sldLayoutMkLst>
        </pc:sldLayoutChg>
        <pc:sldLayoutChg chg="modSp">
          <pc:chgData name="James Bottari" userId="aa7a7255-5a07-4af6-b02d-40373b14c66b" providerId="ADAL" clId="{68B0AB2A-45B9-492D-99AC-8029653979EC}" dt="2024-12-10T02:52:54.169" v="7" actId="2711"/>
          <pc:sldLayoutMkLst>
            <pc:docMk/>
            <pc:sldMasterMk cId="1096814676" sldId="2147483895"/>
            <pc:sldLayoutMk cId="2939810570" sldId="2147483902"/>
          </pc:sldLayoutMkLst>
        </pc:sldLayoutChg>
        <pc:sldLayoutChg chg="modSp">
          <pc:chgData name="James Bottari" userId="aa7a7255-5a07-4af6-b02d-40373b14c66b" providerId="ADAL" clId="{68B0AB2A-45B9-492D-99AC-8029653979EC}" dt="2024-12-10T02:52:47.480" v="6" actId="2711"/>
          <pc:sldLayoutMkLst>
            <pc:docMk/>
            <pc:sldMasterMk cId="1096814676" sldId="2147483895"/>
            <pc:sldLayoutMk cId="3255171268" sldId="2147483971"/>
          </pc:sldLayoutMkLst>
        </pc:sldLayoutChg>
        <pc:sldLayoutChg chg="modSp">
          <pc:chgData name="James Bottari" userId="aa7a7255-5a07-4af6-b02d-40373b14c66b" providerId="ADAL" clId="{68B0AB2A-45B9-492D-99AC-8029653979EC}" dt="2024-12-10T02:53:11.961" v="9" actId="2711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modSldLayout">
        <pc:chgData name="James Bottari" userId="aa7a7255-5a07-4af6-b02d-40373b14c66b" providerId="ADAL" clId="{68B0AB2A-45B9-492D-99AC-8029653979EC}" dt="2024-12-10T02:58:21.732" v="102" actId="207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68B0AB2A-45B9-492D-99AC-8029653979EC}" dt="2024-12-10T02:58:10.980" v="96" actId="207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21.732" v="102" actId="207"/>
          <pc:sldLayoutMkLst>
            <pc:docMk/>
            <pc:sldMasterMk cId="3870990250" sldId="2147483896"/>
            <pc:sldLayoutMk cId="3792869417" sldId="2147483897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16.586" v="99" actId="207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modSldLayout">
        <pc:chgData name="James Bottari" userId="aa7a7255-5a07-4af6-b02d-40373b14c66b" providerId="ADAL" clId="{68B0AB2A-45B9-492D-99AC-8029653979EC}" dt="2024-12-10T02:55:07.602" v="26" actId="207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68B0AB2A-45B9-492D-99AC-8029653979EC}" dt="2024-12-10T02:54:28.189" v="13" actId="207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4:38.780" v="16" actId="207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00.137" v="23" actId="207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07.602" v="26" actId="207"/>
          <pc:sldLayoutMkLst>
            <pc:docMk/>
            <pc:sldMasterMk cId="1584904203" sldId="2147483904"/>
            <pc:sldLayoutMk cId="3359192433" sldId="2147483910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4:53.491" v="20" actId="1076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modSldLayout">
        <pc:chgData name="James Bottari" userId="aa7a7255-5a07-4af6-b02d-40373b14c66b" providerId="ADAL" clId="{68B0AB2A-45B9-492D-99AC-8029653979EC}" dt="2024-12-10T03:23:09.075" v="106" actId="2711"/>
        <pc:sldMasterMkLst>
          <pc:docMk/>
          <pc:sldMasterMk cId="2557689541" sldId="2147483924"/>
        </pc:sldMasterMkLst>
        <pc:sldLayoutChg chg="addSp delSp modSp mod">
          <pc:chgData name="James Bottari" userId="aa7a7255-5a07-4af6-b02d-40373b14c66b" providerId="ADAL" clId="{68B0AB2A-45B9-492D-99AC-8029653979EC}" dt="2024-12-10T02:56:43.560" v="57" actId="207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06.876" v="65" actId="1076"/>
          <pc:sldLayoutMkLst>
            <pc:docMk/>
            <pc:sldMasterMk cId="2557689541" sldId="2147483924"/>
            <pc:sldLayoutMk cId="2136145471" sldId="214748393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3:23:09.075" v="106" actId="2711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35.030" v="41" actId="207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50.142" v="84" actId="207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05.489" v="93" actId="207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33.466" v="75" actId="207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38.466" v="54" actId="207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56.954" v="61" actId="1076"/>
          <pc:sldLayoutMkLst>
            <pc:docMk/>
            <pc:sldMasterMk cId="2557689541" sldId="2147483924"/>
            <pc:sldLayoutMk cId="2255840168" sldId="214748395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40.510" v="78" actId="207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13.666" v="29" actId="207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28.292" v="72" actId="207"/>
          <pc:sldLayoutMkLst>
            <pc:docMk/>
            <pc:sldMasterMk cId="2557689541" sldId="2147483924"/>
            <pc:sldLayoutMk cId="4002871511" sldId="2147483963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23.736" v="35" actId="207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45.409" v="81" actId="207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08.763" v="46" actId="20577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6:31.292" v="51" actId="20577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17.869" v="69" actId="1076"/>
          <pc:sldLayoutMkLst>
            <pc:docMk/>
            <pc:sldMasterMk cId="2557689541" sldId="2147483924"/>
            <pc:sldLayoutMk cId="3806122435" sldId="2147483969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5:19.175" v="32" actId="207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7:56.094" v="87" actId="207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68B0AB2A-45B9-492D-99AC-8029653979EC}" dt="2024-12-10T02:58:00.932" v="90" actId="207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E99A5A20-6F92-4A74-A59F-D6FF4797BAE6}"/>
    <pc:docChg chg="modSld">
      <pc:chgData name="James Bottari" userId="aa7a7255-5a07-4af6-b02d-40373b14c66b" providerId="ADAL" clId="{E99A5A20-6F92-4A74-A59F-D6FF4797BAE6}" dt="2025-05-01T06:54:47.383" v="1"/>
      <pc:docMkLst>
        <pc:docMk/>
      </pc:docMkLst>
      <pc:sldChg chg="addSp modSp">
        <pc:chgData name="James Bottari" userId="aa7a7255-5a07-4af6-b02d-40373b14c66b" providerId="ADAL" clId="{E99A5A20-6F92-4A74-A59F-D6FF4797BAE6}" dt="2025-05-01T06:54:47.383" v="1"/>
        <pc:sldMkLst>
          <pc:docMk/>
          <pc:sldMk cId="4055861119" sldId="276"/>
        </pc:sldMkLst>
        <pc:picChg chg="add mod">
          <ac:chgData name="James Bottari" userId="aa7a7255-5a07-4af6-b02d-40373b14c66b" providerId="ADAL" clId="{E99A5A20-6F92-4A74-A59F-D6FF4797BAE6}" dt="2025-05-01T06:54:47.383" v="1"/>
          <ac:picMkLst>
            <pc:docMk/>
            <pc:sldMk cId="4055861119" sldId="276"/>
            <ac:picMk id="2" creationId="{5FC2524E-137E-820A-03A2-FE3C8D61FDBD}"/>
          </ac:picMkLst>
        </pc:picChg>
      </pc:sldChg>
      <pc:sldChg chg="addSp modSp">
        <pc:chgData name="James Bottari" userId="aa7a7255-5a07-4af6-b02d-40373b14c66b" providerId="ADAL" clId="{E99A5A20-6F92-4A74-A59F-D6FF4797BAE6}" dt="2025-05-01T06:54:38.731" v="0"/>
        <pc:sldMkLst>
          <pc:docMk/>
          <pc:sldMk cId="3741084860" sldId="326"/>
        </pc:sldMkLst>
        <pc:picChg chg="add mod">
          <ac:chgData name="James Bottari" userId="aa7a7255-5a07-4af6-b02d-40373b14c66b" providerId="ADAL" clId="{E99A5A20-6F92-4A74-A59F-D6FF4797BAE6}" dt="2025-05-01T06:54:38.731" v="0"/>
          <ac:picMkLst>
            <pc:docMk/>
            <pc:sldMk cId="3741084860" sldId="326"/>
            <ac:picMk id="2" creationId="{2B03A760-E40A-8A13-9BF7-4C9E8CA1461F}"/>
          </ac:picMkLst>
        </pc:picChg>
      </pc:sldChg>
    </pc:docChg>
  </pc:docChgLst>
  <pc:docChgLst>
    <pc:chgData name="Yukiko Ito" userId="S::a000005@vsn.co.jp::e225ba00-d984-4bf8-b5a0-097f698f5af4" providerId="AD" clId="Web-{AF355848-89F5-6182-3938-F65D62EE12FB}"/>
    <pc:docChg chg="addSld delSld">
      <pc:chgData name="Yukiko Ito" userId="S::a000005@vsn.co.jp::e225ba00-d984-4bf8-b5a0-097f698f5af4" providerId="AD" clId="Web-{AF355848-89F5-6182-3938-F65D62EE12FB}" dt="2025-03-10T02:12:38.739" v="1"/>
      <pc:docMkLst>
        <pc:docMk/>
      </pc:docMkLst>
      <pc:sldChg chg="new del">
        <pc:chgData name="Yukiko Ito" userId="S::a000005@vsn.co.jp::e225ba00-d984-4bf8-b5a0-097f698f5af4" providerId="AD" clId="Web-{AF355848-89F5-6182-3938-F65D62EE12FB}" dt="2025-03-10T02:12:38.739" v="1"/>
        <pc:sldMkLst>
          <pc:docMk/>
          <pc:sldMk cId="321284399" sldId="327"/>
        </pc:sldMkLst>
      </pc:sldChg>
    </pc:docChg>
  </pc:docChgLst>
  <pc:docChgLst>
    <pc:chgData name="Jasmin Opel" userId="S::jasmin.opel@emea.adecco.net::0e1f413c-f644-4c02-ac28-43d7f63b1549" providerId="AD" clId="Web-{EDD06095-5D0A-D437-5733-DA9625E077CA}"/>
    <pc:docChg chg="sldOrd">
      <pc:chgData name="Jasmin Opel" userId="S::jasmin.opel@emea.adecco.net::0e1f413c-f644-4c02-ac28-43d7f63b1549" providerId="AD" clId="Web-{EDD06095-5D0A-D437-5733-DA9625E077CA}" dt="2024-11-04T15:10:15.919" v="0"/>
      <pc:docMkLst>
        <pc:docMk/>
      </pc:docMkLst>
      <pc:sldChg chg="ord">
        <pc:chgData name="Jasmin Opel" userId="S::jasmin.opel@emea.adecco.net::0e1f413c-f644-4c02-ac28-43d7f63b1549" providerId="AD" clId="Web-{EDD06095-5D0A-D437-5733-DA9625E077CA}" dt="2024-11-04T15:10:15.919" v="0"/>
        <pc:sldMkLst>
          <pc:docMk/>
          <pc:sldMk cId="3040465958" sldId="322"/>
        </pc:sldMkLst>
      </pc:sldChg>
    </pc:docChg>
  </pc:docChgLst>
  <pc:docChgLst>
    <pc:chgData name="James Bottari" userId="aa7a7255-5a07-4af6-b02d-40373b14c66b" providerId="ADAL" clId="{E9BB78DC-6604-4FD1-9EE9-045D7E77141F}"/>
    <pc:docChg chg="undo custSel modSld modMainMaster">
      <pc:chgData name="James Bottari" userId="aa7a7255-5a07-4af6-b02d-40373b14c66b" providerId="ADAL" clId="{E9BB78DC-6604-4FD1-9EE9-045D7E77141F}" dt="2024-11-26T04:38:32.513" v="166" actId="478"/>
      <pc:docMkLst>
        <pc:docMk/>
      </pc:docMkLst>
      <pc:sldChg chg="modSp mod">
        <pc:chgData name="James Bottari" userId="aa7a7255-5a07-4af6-b02d-40373b14c66b" providerId="ADAL" clId="{E9BB78DC-6604-4FD1-9EE9-045D7E77141F}" dt="2024-11-26T04:24:18.904" v="14" actId="20577"/>
        <pc:sldMkLst>
          <pc:docMk/>
          <pc:sldMk cId="4055861119" sldId="276"/>
        </pc:sldMkLst>
      </pc:sldChg>
      <pc:sldChg chg="modSp mod">
        <pc:chgData name="James Bottari" userId="aa7a7255-5a07-4af6-b02d-40373b14c66b" providerId="ADAL" clId="{E9BB78DC-6604-4FD1-9EE9-045D7E77141F}" dt="2024-11-26T04:24:25.576" v="16" actId="20577"/>
        <pc:sldMkLst>
          <pc:docMk/>
          <pc:sldMk cId="2076787606" sldId="294"/>
        </pc:sldMkLst>
      </pc:sldChg>
      <pc:sldChg chg="modSp mod">
        <pc:chgData name="James Bottari" userId="aa7a7255-5a07-4af6-b02d-40373b14c66b" providerId="ADAL" clId="{E9BB78DC-6604-4FD1-9EE9-045D7E77141F}" dt="2024-11-26T04:27:52.477" v="57" actId="27636"/>
        <pc:sldMkLst>
          <pc:docMk/>
          <pc:sldMk cId="635136332" sldId="303"/>
        </pc:sldMkLst>
      </pc:sldChg>
      <pc:sldChg chg="modSp mod">
        <pc:chgData name="James Bottari" userId="aa7a7255-5a07-4af6-b02d-40373b14c66b" providerId="ADAL" clId="{E9BB78DC-6604-4FD1-9EE9-045D7E77141F}" dt="2024-11-26T04:27:58.824" v="59" actId="20577"/>
        <pc:sldMkLst>
          <pc:docMk/>
          <pc:sldMk cId="1086656556" sldId="317"/>
        </pc:sldMkLst>
      </pc:sldChg>
      <pc:sldChg chg="modSp mod">
        <pc:chgData name="James Bottari" userId="aa7a7255-5a07-4af6-b02d-40373b14c66b" providerId="ADAL" clId="{E9BB78DC-6604-4FD1-9EE9-045D7E77141F}" dt="2024-11-26T04:26:13.616" v="34" actId="20577"/>
        <pc:sldMkLst>
          <pc:docMk/>
          <pc:sldMk cId="429500297" sldId="318"/>
        </pc:sldMkLst>
      </pc:sldChg>
      <pc:sldChg chg="modSp mod">
        <pc:chgData name="James Bottari" userId="aa7a7255-5a07-4af6-b02d-40373b14c66b" providerId="ADAL" clId="{E9BB78DC-6604-4FD1-9EE9-045D7E77141F}" dt="2024-11-26T04:27:43.409" v="53" actId="20577"/>
        <pc:sldMkLst>
          <pc:docMk/>
          <pc:sldMk cId="2099607510" sldId="321"/>
        </pc:sldMkLst>
      </pc:sldChg>
      <pc:sldChg chg="modSp mod">
        <pc:chgData name="James Bottari" userId="aa7a7255-5a07-4af6-b02d-40373b14c66b" providerId="ADAL" clId="{E9BB78DC-6604-4FD1-9EE9-045D7E77141F}" dt="2024-11-26T04:24:04.584" v="6" actId="20577"/>
        <pc:sldMkLst>
          <pc:docMk/>
          <pc:sldMk cId="3040465958" sldId="322"/>
        </pc:sldMkLst>
      </pc:sldChg>
      <pc:sldChg chg="modSp mod">
        <pc:chgData name="James Bottari" userId="aa7a7255-5a07-4af6-b02d-40373b14c66b" providerId="ADAL" clId="{E9BB78DC-6604-4FD1-9EE9-045D7E77141F}" dt="2024-11-26T04:27:26.441" v="47" actId="20577"/>
        <pc:sldMkLst>
          <pc:docMk/>
          <pc:sldMk cId="1826894909" sldId="323"/>
        </pc:sldMkLst>
      </pc:sldChg>
      <pc:sldChg chg="modSp mod">
        <pc:chgData name="James Bottari" userId="aa7a7255-5a07-4af6-b02d-40373b14c66b" providerId="ADAL" clId="{E9BB78DC-6604-4FD1-9EE9-045D7E77141F}" dt="2024-11-26T04:27:34.020" v="51" actId="20577"/>
        <pc:sldMkLst>
          <pc:docMk/>
          <pc:sldMk cId="1308982476" sldId="324"/>
        </pc:sldMkLst>
      </pc:sldChg>
      <pc:sldChg chg="modSp mod">
        <pc:chgData name="James Bottari" userId="aa7a7255-5a07-4af6-b02d-40373b14c66b" providerId="ADAL" clId="{E9BB78DC-6604-4FD1-9EE9-045D7E77141F}" dt="2024-11-26T04:24:39.003" v="24" actId="20577"/>
        <pc:sldMkLst>
          <pc:docMk/>
          <pc:sldMk cId="1705586881" sldId="325"/>
        </pc:sldMkLst>
      </pc:sldChg>
      <pc:sldChg chg="modSp mod">
        <pc:chgData name="James Bottari" userId="aa7a7255-5a07-4af6-b02d-40373b14c66b" providerId="ADAL" clId="{E9BB78DC-6604-4FD1-9EE9-045D7E77141F}" dt="2024-11-26T04:24:42.762" v="26" actId="20577"/>
        <pc:sldMkLst>
          <pc:docMk/>
          <pc:sldMk cId="3741084860" sldId="326"/>
        </pc:sldMkLst>
      </pc:sldChg>
      <pc:sldMasterChg chg="addSp delSp modSp mod modSldLayout">
        <pc:chgData name="James Bottari" userId="aa7a7255-5a07-4af6-b02d-40373b14c66b" providerId="ADAL" clId="{E9BB78DC-6604-4FD1-9EE9-045D7E77141F}" dt="2024-11-26T04:36:18.322" v="121"/>
        <pc:sldMasterMkLst>
          <pc:docMk/>
          <pc:sldMasterMk cId="1096814676" sldId="2147483895"/>
        </pc:sldMasterMkLst>
        <pc:sldLayoutChg chg="addSp modSp">
          <pc:chgData name="James Bottari" userId="aa7a7255-5a07-4af6-b02d-40373b14c66b" providerId="ADAL" clId="{E9BB78DC-6604-4FD1-9EE9-045D7E77141F}" dt="2024-11-26T04:29:43.918" v="68"/>
          <pc:sldLayoutMkLst>
            <pc:docMk/>
            <pc:sldMasterMk cId="1096814676" sldId="2147483895"/>
            <pc:sldLayoutMk cId="476608779" sldId="2147483901"/>
          </pc:sldLayoutMkLst>
        </pc:sldLayoutChg>
        <pc:sldLayoutChg chg="addSp modSp">
          <pc:chgData name="James Bottari" userId="aa7a7255-5a07-4af6-b02d-40373b14c66b" providerId="ADAL" clId="{E9BB78DC-6604-4FD1-9EE9-045D7E77141F}" dt="2024-11-26T04:29:41.596" v="67"/>
          <pc:sldLayoutMkLst>
            <pc:docMk/>
            <pc:sldMasterMk cId="1096814676" sldId="2147483895"/>
            <pc:sldLayoutMk cId="2939810570" sldId="2147483902"/>
          </pc:sldLayoutMkLst>
        </pc:sldLayoutChg>
        <pc:sldLayoutChg chg="addSp modSp">
          <pc:chgData name="James Bottari" userId="aa7a7255-5a07-4af6-b02d-40373b14c66b" providerId="ADAL" clId="{E9BB78DC-6604-4FD1-9EE9-045D7E77141F}" dt="2024-11-26T04:29:37.551" v="66"/>
          <pc:sldLayoutMkLst>
            <pc:docMk/>
            <pc:sldMasterMk cId="1096814676" sldId="2147483895"/>
            <pc:sldLayoutMk cId="3255171268" sldId="2147483971"/>
          </pc:sldLayoutMkLst>
        </pc:sldLayoutChg>
        <pc:sldLayoutChg chg="addSp modSp mod">
          <pc:chgData name="James Bottari" userId="aa7a7255-5a07-4af6-b02d-40373b14c66b" providerId="ADAL" clId="{E9BB78DC-6604-4FD1-9EE9-045D7E77141F}" dt="2024-11-26T04:30:07.035" v="72" actId="207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38:32.513" v="166" actId="478"/>
        <pc:sldMasterMkLst>
          <pc:docMk/>
          <pc:sldMasterMk cId="3870990250" sldId="2147483896"/>
        </pc:sldMasterMkLst>
        <pc:sldLayoutChg chg="addSp delSp modSp mod">
          <pc:chgData name="James Bottari" userId="aa7a7255-5a07-4af6-b02d-40373b14c66b" providerId="ADAL" clId="{E9BB78DC-6604-4FD1-9EE9-045D7E77141F}" dt="2024-11-26T04:36:01.400" v="116" actId="207"/>
          <pc:sldLayoutMkLst>
            <pc:docMk/>
            <pc:sldMasterMk cId="3870990250" sldId="2147483896"/>
            <pc:sldLayoutMk cId="3376014336" sldId="2147483649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10.805" v="120"/>
          <pc:sldLayoutMkLst>
            <pc:docMk/>
            <pc:sldMasterMk cId="3870990250" sldId="2147483896"/>
            <pc:sldLayoutMk cId="3792869417" sldId="2147483897"/>
          </pc:sldLayoutMkLst>
        </pc:sldLayoutChg>
        <pc:sldLayoutChg chg="delSp mod delAnim">
          <pc:chgData name="James Bottari" userId="aa7a7255-5a07-4af6-b02d-40373b14c66b" providerId="ADAL" clId="{E9BB78DC-6604-4FD1-9EE9-045D7E77141F}" dt="2024-11-26T04:32:29.945" v="84" actId="478"/>
          <pc:sldLayoutMkLst>
            <pc:docMk/>
            <pc:sldMasterMk cId="3870990250" sldId="2147483896"/>
            <pc:sldLayoutMk cId="2994822769" sldId="2147483898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05.797" v="118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36:56.295" v="131"/>
        <pc:sldMasterMkLst>
          <pc:docMk/>
          <pc:sldMasterMk cId="1584904203" sldId="2147483904"/>
        </pc:sldMasterMkLst>
        <pc:sldLayoutChg chg="addSp delSp modSp mod">
          <pc:chgData name="James Bottari" userId="aa7a7255-5a07-4af6-b02d-40373b14c66b" providerId="ADAL" clId="{E9BB78DC-6604-4FD1-9EE9-045D7E77141F}" dt="2024-11-26T04:36:28.984" v="124"/>
          <pc:sldLayoutMkLst>
            <pc:docMk/>
            <pc:sldMasterMk cId="1584904203" sldId="2147483904"/>
            <pc:sldLayoutMk cId="1393762226" sldId="2147483905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43.157" v="127"/>
          <pc:sldLayoutMkLst>
            <pc:docMk/>
            <pc:sldMasterMk cId="1584904203" sldId="2147483904"/>
            <pc:sldLayoutMk cId="747897296" sldId="214748390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49.110" v="129"/>
          <pc:sldLayoutMkLst>
            <pc:docMk/>
            <pc:sldMasterMk cId="1584904203" sldId="2147483904"/>
            <pc:sldLayoutMk cId="3542484949" sldId="2147483907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6:56.295" v="131"/>
          <pc:sldLayoutMkLst>
            <pc:docMk/>
            <pc:sldMasterMk cId="1584904203" sldId="2147483904"/>
            <pc:sldLayoutMk cId="3359192433" sldId="2147483910"/>
          </pc:sldLayoutMkLst>
        </pc:sldLayoutChg>
        <pc:sldLayoutChg chg="modSp">
          <pc:chgData name="James Bottari" userId="aa7a7255-5a07-4af6-b02d-40373b14c66b" providerId="ADAL" clId="{E9BB78DC-6604-4FD1-9EE9-045D7E77141F}" dt="2024-11-26T04:26:50.461" v="40" actId="404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addSp delSp modSp mod modSldLayout">
        <pc:chgData name="James Bottari" userId="aa7a7255-5a07-4af6-b02d-40373b14c66b" providerId="ADAL" clId="{E9BB78DC-6604-4FD1-9EE9-045D7E77141F}" dt="2024-11-26T04:38:18.984" v="165"/>
        <pc:sldMasterMkLst>
          <pc:docMk/>
          <pc:sldMasterMk cId="2557689541" sldId="2147483924"/>
        </pc:sldMasterMkLst>
        <pc:sldLayoutChg chg="addSp delSp modSp mod">
          <pc:chgData name="James Bottari" userId="aa7a7255-5a07-4af6-b02d-40373b14c66b" providerId="ADAL" clId="{E9BB78DC-6604-4FD1-9EE9-045D7E77141F}" dt="2024-11-26T04:37:36.856" v="149"/>
          <pc:sldLayoutMkLst>
            <pc:docMk/>
            <pc:sldMasterMk cId="2557689541" sldId="2147483924"/>
            <pc:sldLayoutMk cId="662095832" sldId="214748392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11.548" v="139"/>
          <pc:sldLayoutMkLst>
            <pc:docMk/>
            <pc:sldMasterMk cId="2557689541" sldId="2147483924"/>
            <pc:sldLayoutMk cId="2935727249" sldId="2147483953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15.654" v="141"/>
          <pc:sldLayoutMkLst>
            <pc:docMk/>
            <pc:sldMasterMk cId="2557689541" sldId="2147483924"/>
            <pc:sldLayoutMk cId="3133591715" sldId="2147483954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07.586" v="161"/>
          <pc:sldLayoutMkLst>
            <pc:docMk/>
            <pc:sldMasterMk cId="2557689541" sldId="2147483924"/>
            <pc:sldLayoutMk cId="2792437263" sldId="2147483955"/>
          </pc:sldLayoutMkLst>
        </pc:sldLayoutChg>
        <pc:sldLayoutChg chg="addSp modSp">
          <pc:chgData name="James Bottari" userId="aa7a7255-5a07-4af6-b02d-40373b14c66b" providerId="ADAL" clId="{E9BB78DC-6604-4FD1-9EE9-045D7E77141F}" dt="2024-11-26T04:34:17.893" v="104"/>
          <pc:sldLayoutMkLst>
            <pc:docMk/>
            <pc:sldMasterMk cId="2557689541" sldId="2147483924"/>
            <pc:sldLayoutMk cId="1748968647" sldId="214748395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46.382" v="151"/>
          <pc:sldLayoutMkLst>
            <pc:docMk/>
            <pc:sldMasterMk cId="2557689541" sldId="2147483924"/>
            <pc:sldLayoutMk cId="1616492962" sldId="2147483957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32.654" v="147"/>
          <pc:sldLayoutMkLst>
            <pc:docMk/>
            <pc:sldMasterMk cId="2557689541" sldId="2147483924"/>
            <pc:sldLayoutMk cId="2537478654" sldId="2147483958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58.593" v="157" actId="20577"/>
          <pc:sldLayoutMkLst>
            <pc:docMk/>
            <pc:sldMasterMk cId="2557689541" sldId="2147483924"/>
            <pc:sldLayoutMk cId="2905150168" sldId="2147483960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00.505" v="133"/>
          <pc:sldLayoutMkLst>
            <pc:docMk/>
            <pc:sldMasterMk cId="2557689541" sldId="2147483924"/>
            <pc:sldLayoutMk cId="2560168924" sldId="2147483961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07.893" v="137"/>
          <pc:sldLayoutMkLst>
            <pc:docMk/>
            <pc:sldMasterMk cId="2557689541" sldId="2147483924"/>
            <pc:sldLayoutMk cId="207074033" sldId="2147483964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03.606" v="159"/>
          <pc:sldLayoutMkLst>
            <pc:docMk/>
            <pc:sldMasterMk cId="2557689541" sldId="2147483924"/>
            <pc:sldLayoutMk cId="2382353240" sldId="2147483965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21.331" v="143"/>
          <pc:sldLayoutMkLst>
            <pc:docMk/>
            <pc:sldMasterMk cId="2557689541" sldId="2147483924"/>
            <pc:sldLayoutMk cId="475247331" sldId="2147483966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28.200" v="145"/>
          <pc:sldLayoutMkLst>
            <pc:docMk/>
            <pc:sldMasterMk cId="2557689541" sldId="2147483924"/>
            <pc:sldLayoutMk cId="3845850737" sldId="2147483968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7:04.255" v="135"/>
          <pc:sldLayoutMkLst>
            <pc:docMk/>
            <pc:sldMasterMk cId="2557689541" sldId="2147483924"/>
            <pc:sldLayoutMk cId="1544716566" sldId="2147483970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12.360" v="163"/>
          <pc:sldLayoutMkLst>
            <pc:docMk/>
            <pc:sldMasterMk cId="2557689541" sldId="2147483924"/>
            <pc:sldLayoutMk cId="2276701835" sldId="2147483973"/>
          </pc:sldLayoutMkLst>
        </pc:sldLayoutChg>
        <pc:sldLayoutChg chg="addSp delSp modSp mod">
          <pc:chgData name="James Bottari" userId="aa7a7255-5a07-4af6-b02d-40373b14c66b" providerId="ADAL" clId="{E9BB78DC-6604-4FD1-9EE9-045D7E77141F}" dt="2024-11-26T04:38:18.984" v="165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  <pc:docChgLst>
    <pc:chgData name="James Bottari" userId="aa7a7255-5a07-4af6-b02d-40373b14c66b" providerId="ADAL" clId="{644430C6-F457-48B9-9711-F4B4A1DF5F7E}"/>
    <pc:docChg chg="modSld modMainMaster">
      <pc:chgData name="James Bottari" userId="aa7a7255-5a07-4af6-b02d-40373b14c66b" providerId="ADAL" clId="{644430C6-F457-48B9-9711-F4B4A1DF5F7E}" dt="2024-12-13T06:34:04.695" v="155"/>
      <pc:docMkLst>
        <pc:docMk/>
      </pc:docMkLst>
      <pc:sldChg chg="modTransition">
        <pc:chgData name="James Bottari" userId="aa7a7255-5a07-4af6-b02d-40373b14c66b" providerId="ADAL" clId="{644430C6-F457-48B9-9711-F4B4A1DF5F7E}" dt="2024-12-13T06:31:49.600" v="16"/>
        <pc:sldMkLst>
          <pc:docMk/>
          <pc:sldMk cId="1269259594" sldId="270"/>
        </pc:sldMkLst>
      </pc:sldChg>
      <pc:sldChg chg="modTransition modAnim">
        <pc:chgData name="James Bottari" userId="aa7a7255-5a07-4af6-b02d-40373b14c66b" providerId="ADAL" clId="{644430C6-F457-48B9-9711-F4B4A1DF5F7E}" dt="2024-12-13T06:32:27.035" v="122"/>
        <pc:sldMkLst>
          <pc:docMk/>
          <pc:sldMk cId="4055861119" sldId="276"/>
        </pc:sldMkLst>
      </pc:sldChg>
      <pc:sldChg chg="modTransition modAnim">
        <pc:chgData name="James Bottari" userId="aa7a7255-5a07-4af6-b02d-40373b14c66b" providerId="ADAL" clId="{644430C6-F457-48B9-9711-F4B4A1DF5F7E}" dt="2024-12-13T06:32:29.210" v="125"/>
        <pc:sldMkLst>
          <pc:docMk/>
          <pc:sldMk cId="2076787606" sldId="294"/>
        </pc:sldMkLst>
      </pc:sldChg>
      <pc:sldChg chg="modTransition">
        <pc:chgData name="James Bottari" userId="aa7a7255-5a07-4af6-b02d-40373b14c66b" providerId="ADAL" clId="{644430C6-F457-48B9-9711-F4B4A1DF5F7E}" dt="2024-12-13T06:31:59.561" v="32"/>
        <pc:sldMkLst>
          <pc:docMk/>
          <pc:sldMk cId="2385859357" sldId="296"/>
        </pc:sldMkLst>
      </pc:sldChg>
      <pc:sldChg chg="modTransition">
        <pc:chgData name="James Bottari" userId="aa7a7255-5a07-4af6-b02d-40373b14c66b" providerId="ADAL" clId="{644430C6-F457-48B9-9711-F4B4A1DF5F7E}" dt="2024-12-13T06:31:50.223" v="17"/>
        <pc:sldMkLst>
          <pc:docMk/>
          <pc:sldMk cId="635136332" sldId="303"/>
        </pc:sldMkLst>
      </pc:sldChg>
      <pc:sldChg chg="modTransition modAnim">
        <pc:chgData name="James Bottari" userId="aa7a7255-5a07-4af6-b02d-40373b14c66b" providerId="ADAL" clId="{644430C6-F457-48B9-9711-F4B4A1DF5F7E}" dt="2024-12-13T06:32:52.380" v="135"/>
        <pc:sldMkLst>
          <pc:docMk/>
          <pc:sldMk cId="3563421687" sldId="307"/>
        </pc:sldMkLst>
      </pc:sldChg>
      <pc:sldChg chg="modTransition">
        <pc:chgData name="James Bottari" userId="aa7a7255-5a07-4af6-b02d-40373b14c66b" providerId="ADAL" clId="{644430C6-F457-48B9-9711-F4B4A1DF5F7E}" dt="2024-12-13T06:31:54.220" v="24"/>
        <pc:sldMkLst>
          <pc:docMk/>
          <pc:sldMk cId="2738745632" sldId="312"/>
        </pc:sldMkLst>
      </pc:sldChg>
      <pc:sldChg chg="modTransition">
        <pc:chgData name="James Bottari" userId="aa7a7255-5a07-4af6-b02d-40373b14c66b" providerId="ADAL" clId="{644430C6-F457-48B9-9711-F4B4A1DF5F7E}" dt="2024-12-13T06:31:56.060" v="27"/>
        <pc:sldMkLst>
          <pc:docMk/>
          <pc:sldMk cId="1086656556" sldId="317"/>
        </pc:sldMkLst>
      </pc:sldChg>
      <pc:sldChg chg="modTransition modAnim">
        <pc:chgData name="James Bottari" userId="aa7a7255-5a07-4af6-b02d-40373b14c66b" providerId="ADAL" clId="{644430C6-F457-48B9-9711-F4B4A1DF5F7E}" dt="2024-12-13T06:34:04.695" v="155"/>
        <pc:sldMkLst>
          <pc:docMk/>
          <pc:sldMk cId="429500297" sldId="318"/>
        </pc:sldMkLst>
      </pc:sldChg>
      <pc:sldChg chg="modTransition modAnim">
        <pc:chgData name="James Bottari" userId="aa7a7255-5a07-4af6-b02d-40373b14c66b" providerId="ADAL" clId="{644430C6-F457-48B9-9711-F4B4A1DF5F7E}" dt="2024-12-13T06:33:50.817" v="153"/>
        <pc:sldMkLst>
          <pc:docMk/>
          <pc:sldMk cId="2059184449" sldId="319"/>
        </pc:sldMkLst>
      </pc:sldChg>
      <pc:sldChg chg="modTransition modAnim">
        <pc:chgData name="James Bottari" userId="aa7a7255-5a07-4af6-b02d-40373b14c66b" providerId="ADAL" clId="{644430C6-F457-48B9-9711-F4B4A1DF5F7E}" dt="2024-12-13T06:32:15.776" v="74"/>
        <pc:sldMkLst>
          <pc:docMk/>
          <pc:sldMk cId="2099607510" sldId="321"/>
        </pc:sldMkLst>
      </pc:sldChg>
      <pc:sldChg chg="modTransition modAnim">
        <pc:chgData name="James Bottari" userId="aa7a7255-5a07-4af6-b02d-40373b14c66b" providerId="ADAL" clId="{644430C6-F457-48B9-9711-F4B4A1DF5F7E}" dt="2024-12-13T06:32:13.731" v="63"/>
        <pc:sldMkLst>
          <pc:docMk/>
          <pc:sldMk cId="3040465958" sldId="322"/>
        </pc:sldMkLst>
      </pc:sldChg>
      <pc:sldChg chg="modTransition modAnim">
        <pc:chgData name="James Bottari" userId="aa7a7255-5a07-4af6-b02d-40373b14c66b" providerId="ADAL" clId="{644430C6-F457-48B9-9711-F4B4A1DF5F7E}" dt="2024-12-13T06:32:19.351" v="86"/>
        <pc:sldMkLst>
          <pc:docMk/>
          <pc:sldMk cId="1826894909" sldId="323"/>
        </pc:sldMkLst>
      </pc:sldChg>
      <pc:sldChg chg="modTransition modAnim">
        <pc:chgData name="James Bottari" userId="aa7a7255-5a07-4af6-b02d-40373b14c66b" providerId="ADAL" clId="{644430C6-F457-48B9-9711-F4B4A1DF5F7E}" dt="2024-12-13T06:32:21.854" v="103"/>
        <pc:sldMkLst>
          <pc:docMk/>
          <pc:sldMk cId="1308982476" sldId="324"/>
        </pc:sldMkLst>
      </pc:sldChg>
      <pc:sldChg chg="modTransition">
        <pc:chgData name="James Bottari" userId="aa7a7255-5a07-4af6-b02d-40373b14c66b" providerId="ADAL" clId="{644430C6-F457-48B9-9711-F4B4A1DF5F7E}" dt="2024-12-13T06:31:45.637" v="9"/>
        <pc:sldMkLst>
          <pc:docMk/>
          <pc:sldMk cId="1705586881" sldId="325"/>
        </pc:sldMkLst>
      </pc:sldChg>
      <pc:sldChg chg="modTransition modAnim">
        <pc:chgData name="James Bottari" userId="aa7a7255-5a07-4af6-b02d-40373b14c66b" providerId="ADAL" clId="{644430C6-F457-48B9-9711-F4B4A1DF5F7E}" dt="2024-12-13T06:32:33.542" v="126"/>
        <pc:sldMkLst>
          <pc:docMk/>
          <pc:sldMk cId="3741084860" sldId="326"/>
        </pc:sldMkLst>
      </pc:sldChg>
      <pc:sldMasterChg chg="modSldLayout">
        <pc:chgData name="James Bottari" userId="aa7a7255-5a07-4af6-b02d-40373b14c66b" providerId="ADAL" clId="{644430C6-F457-48B9-9711-F4B4A1DF5F7E}" dt="2024-12-13T06:32:15.776" v="74"/>
        <pc:sldMasterMkLst>
          <pc:docMk/>
          <pc:sldMasterMk cId="1096814676" sldId="2147483895"/>
        </pc:sldMasterMkLst>
        <pc:sldLayoutChg chg="modTransition modAnim">
          <pc:chgData name="James Bottari" userId="aa7a7255-5a07-4af6-b02d-40373b14c66b" providerId="ADAL" clId="{644430C6-F457-48B9-9711-F4B4A1DF5F7E}" dt="2024-12-13T06:32:13.731" v="63"/>
          <pc:sldLayoutMkLst>
            <pc:docMk/>
            <pc:sldMasterMk cId="1096814676" sldId="2147483895"/>
            <pc:sldLayoutMk cId="476608779" sldId="2147483901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11.393" v="52"/>
          <pc:sldLayoutMkLst>
            <pc:docMk/>
            <pc:sldMasterMk cId="1096814676" sldId="2147483895"/>
            <pc:sldLayoutMk cId="2939810570" sldId="2147483902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08.737" v="42"/>
          <pc:sldLayoutMkLst>
            <pc:docMk/>
            <pc:sldMasterMk cId="1096814676" sldId="2147483895"/>
            <pc:sldLayoutMk cId="3255171268" sldId="2147483971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15.776" v="74"/>
          <pc:sldLayoutMkLst>
            <pc:docMk/>
            <pc:sldMasterMk cId="1096814676" sldId="2147483895"/>
            <pc:sldLayoutMk cId="1554080316" sldId="2147483975"/>
          </pc:sldLayoutMkLst>
        </pc:sldLayoutChg>
      </pc:sldMasterChg>
      <pc:sldMasterChg chg="modSldLayout">
        <pc:chgData name="James Bottari" userId="aa7a7255-5a07-4af6-b02d-40373b14c66b" providerId="ADAL" clId="{644430C6-F457-48B9-9711-F4B4A1DF5F7E}" dt="2024-12-13T06:32:56.218" v="141"/>
        <pc:sldMasterMkLst>
          <pc:docMk/>
          <pc:sldMasterMk cId="3870990250" sldId="2147483896"/>
        </pc:sldMasterMkLst>
        <pc:sldLayoutChg chg="modTransition modAnim">
          <pc:chgData name="James Bottari" userId="aa7a7255-5a07-4af6-b02d-40373b14c66b" providerId="ADAL" clId="{644430C6-F457-48B9-9711-F4B4A1DF5F7E}" dt="2024-12-13T06:32:52.380" v="135"/>
          <pc:sldLayoutMkLst>
            <pc:docMk/>
            <pc:sldMasterMk cId="3870990250" sldId="2147483896"/>
            <pc:sldLayoutMk cId="3376014336" sldId="2147483649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56.218" v="141"/>
          <pc:sldLayoutMkLst>
            <pc:docMk/>
            <pc:sldMasterMk cId="3870990250" sldId="2147483896"/>
            <pc:sldLayoutMk cId="3792869417" sldId="2147483897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9.561" v="32"/>
          <pc:sldLayoutMkLst>
            <pc:docMk/>
            <pc:sldMasterMk cId="3870990250" sldId="2147483896"/>
            <pc:sldLayoutMk cId="2994822769" sldId="2147483898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54.507" v="139"/>
          <pc:sldLayoutMkLst>
            <pc:docMk/>
            <pc:sldMasterMk cId="3870990250" sldId="2147483896"/>
            <pc:sldLayoutMk cId="1416010805" sldId="2147483900"/>
          </pc:sldLayoutMkLst>
        </pc:sldLayoutChg>
      </pc:sldMasterChg>
      <pc:sldMasterChg chg="modSldLayout">
        <pc:chgData name="James Bottari" userId="aa7a7255-5a07-4af6-b02d-40373b14c66b" providerId="ADAL" clId="{644430C6-F457-48B9-9711-F4B4A1DF5F7E}" dt="2024-12-13T06:32:29.210" v="125"/>
        <pc:sldMasterMkLst>
          <pc:docMk/>
          <pc:sldMasterMk cId="1584904203" sldId="2147483904"/>
        </pc:sldMasterMkLst>
        <pc:sldLayoutChg chg="modTransition modAnim">
          <pc:chgData name="James Bottari" userId="aa7a7255-5a07-4af6-b02d-40373b14c66b" providerId="ADAL" clId="{644430C6-F457-48B9-9711-F4B4A1DF5F7E}" dt="2024-12-13T06:32:19.351" v="86"/>
          <pc:sldLayoutMkLst>
            <pc:docMk/>
            <pc:sldMasterMk cId="1584904203" sldId="2147483904"/>
            <pc:sldLayoutMk cId="1393762226" sldId="2147483905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1.854" v="103"/>
          <pc:sldLayoutMkLst>
            <pc:docMk/>
            <pc:sldMasterMk cId="1584904203" sldId="2147483904"/>
            <pc:sldLayoutMk cId="747897296" sldId="2147483906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7.035" v="122"/>
          <pc:sldLayoutMkLst>
            <pc:docMk/>
            <pc:sldMasterMk cId="1584904203" sldId="2147483904"/>
            <pc:sldLayoutMk cId="3542484949" sldId="2147483907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9.210" v="125"/>
          <pc:sldLayoutMkLst>
            <pc:docMk/>
            <pc:sldMasterMk cId="1584904203" sldId="2147483904"/>
            <pc:sldLayoutMk cId="3359192433" sldId="2147483910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24.532" v="119"/>
          <pc:sldLayoutMkLst>
            <pc:docMk/>
            <pc:sldMasterMk cId="1584904203" sldId="2147483904"/>
            <pc:sldLayoutMk cId="2925468937" sldId="2147483911"/>
          </pc:sldLayoutMkLst>
        </pc:sldLayoutChg>
      </pc:sldMasterChg>
      <pc:sldMasterChg chg="modSldLayout">
        <pc:chgData name="James Bottari" userId="aa7a7255-5a07-4af6-b02d-40373b14c66b" providerId="ADAL" clId="{644430C6-F457-48B9-9711-F4B4A1DF5F7E}" dt="2024-12-13T06:32:43.861" v="131"/>
        <pc:sldMasterMkLst>
          <pc:docMk/>
          <pc:sldMasterMk cId="2557689541" sldId="2147483924"/>
        </pc:sldMasterMkLst>
        <pc:sldLayoutChg chg="modTransition">
          <pc:chgData name="James Bottari" userId="aa7a7255-5a07-4af6-b02d-40373b14c66b" providerId="ADAL" clId="{644430C6-F457-48B9-9711-F4B4A1DF5F7E}" dt="2024-12-13T06:31:50.223" v="17"/>
          <pc:sldLayoutMkLst>
            <pc:docMk/>
            <pc:sldMasterMk cId="2557689541" sldId="2147483924"/>
            <pc:sldLayoutMk cId="662095832" sldId="2147483926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1.364" v="19"/>
          <pc:sldLayoutMkLst>
            <pc:docMk/>
            <pc:sldMasterMk cId="2557689541" sldId="2147483924"/>
            <pc:sldLayoutMk cId="2136145471" sldId="2147483939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7.287" v="12"/>
          <pc:sldLayoutMkLst>
            <pc:docMk/>
            <pc:sldMasterMk cId="2557689541" sldId="2147483924"/>
            <pc:sldLayoutMk cId="2935727249" sldId="2147483953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33.542" v="126"/>
          <pc:sldLayoutMkLst>
            <pc:docMk/>
            <pc:sldMasterMk cId="2557689541" sldId="2147483924"/>
            <pc:sldLayoutMk cId="3133591715" sldId="2147483954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4.834" v="25"/>
          <pc:sldLayoutMkLst>
            <pc:docMk/>
            <pc:sldMasterMk cId="2557689541" sldId="2147483924"/>
            <pc:sldLayoutMk cId="2792437263" sldId="2147483955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6.645" v="28"/>
          <pc:sldLayoutMkLst>
            <pc:docMk/>
            <pc:sldMasterMk cId="2557689541" sldId="2147483924"/>
            <pc:sldLayoutMk cId="1748968647" sldId="2147483956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3.098" v="22"/>
          <pc:sldLayoutMkLst>
            <pc:docMk/>
            <pc:sldMasterMk cId="2557689541" sldId="2147483924"/>
            <pc:sldLayoutMk cId="1616492962" sldId="2147483957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9.600" v="16"/>
          <pc:sldLayoutMkLst>
            <pc:docMk/>
            <pc:sldMasterMk cId="2557689541" sldId="2147483924"/>
            <pc:sldLayoutMk cId="2537478654" sldId="2147483958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0.764" v="18"/>
          <pc:sldLayoutMkLst>
            <pc:docMk/>
            <pc:sldMasterMk cId="2557689541" sldId="2147483924"/>
            <pc:sldLayoutMk cId="2255840168" sldId="2147483959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3.669" v="23"/>
          <pc:sldLayoutMkLst>
            <pc:docMk/>
            <pc:sldMasterMk cId="2557689541" sldId="2147483924"/>
            <pc:sldLayoutMk cId="2905150168" sldId="2147483960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5.637" v="9"/>
          <pc:sldLayoutMkLst>
            <pc:docMk/>
            <pc:sldMasterMk cId="2557689541" sldId="2147483924"/>
            <pc:sldLayoutMk cId="2560168924" sldId="2147483961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43.861" v="131"/>
          <pc:sldLayoutMkLst>
            <pc:docMk/>
            <pc:sldMasterMk cId="2557689541" sldId="2147483924"/>
            <pc:sldLayoutMk cId="4002871511" sldId="2147483963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6.771" v="11"/>
          <pc:sldLayoutMkLst>
            <pc:docMk/>
            <pc:sldMasterMk cId="2557689541" sldId="2147483924"/>
            <pc:sldLayoutMk cId="207074033" sldId="2147483964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4.220" v="24"/>
          <pc:sldLayoutMkLst>
            <pc:docMk/>
            <pc:sldMasterMk cId="2557689541" sldId="2147483924"/>
            <pc:sldLayoutMk cId="2382353240" sldId="2147483965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36.229" v="127"/>
          <pc:sldLayoutMkLst>
            <pc:docMk/>
            <pc:sldMasterMk cId="2557689541" sldId="2147483924"/>
            <pc:sldLayoutMk cId="475247331" sldId="2147483966"/>
          </pc:sldLayoutMkLst>
        </pc:sldLayoutChg>
        <pc:sldLayoutChg chg="modTransition modAnim">
          <pc:chgData name="James Bottari" userId="aa7a7255-5a07-4af6-b02d-40373b14c66b" providerId="ADAL" clId="{644430C6-F457-48B9-9711-F4B4A1DF5F7E}" dt="2024-12-13T06:32:39.398" v="128"/>
          <pc:sldLayoutMkLst>
            <pc:docMk/>
            <pc:sldMasterMk cId="2557689541" sldId="2147483924"/>
            <pc:sldLayoutMk cId="3845850737" sldId="2147483968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1.910" v="20"/>
          <pc:sldLayoutMkLst>
            <pc:docMk/>
            <pc:sldMasterMk cId="2557689541" sldId="2147483924"/>
            <pc:sldLayoutMk cId="3806122435" sldId="2147483969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46.197" v="10"/>
          <pc:sldLayoutMkLst>
            <pc:docMk/>
            <pc:sldMasterMk cId="2557689541" sldId="2147483924"/>
            <pc:sldLayoutMk cId="1544716566" sldId="2147483970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5.445" v="26"/>
          <pc:sldLayoutMkLst>
            <pc:docMk/>
            <pc:sldMasterMk cId="2557689541" sldId="2147483924"/>
            <pc:sldLayoutMk cId="2276701835" sldId="2147483973"/>
          </pc:sldLayoutMkLst>
        </pc:sldLayoutChg>
        <pc:sldLayoutChg chg="modTransition">
          <pc:chgData name="James Bottari" userId="aa7a7255-5a07-4af6-b02d-40373b14c66b" providerId="ADAL" clId="{644430C6-F457-48B9-9711-F4B4A1DF5F7E}" dt="2024-12-13T06:31:56.060" v="27"/>
          <pc:sldLayoutMkLst>
            <pc:docMk/>
            <pc:sldMasterMk cId="2557689541" sldId="2147483924"/>
            <pc:sldLayoutMk cId="2031086626" sldId="2147483974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B32D86-EDB0-94DD-AFEF-75494E3978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82A9-D7BA-C188-D01F-CA617A3BD7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3C91-DD13-404D-8C62-0A4BF608F54D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9015A-D6A8-36AB-EDD7-F5AED7A5D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5E5C3-8667-D9DA-8319-2D478162F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752A7-FA3C-C749-A599-A6DCAE929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212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41D36-1697-495B-BB41-2F1AD1ECA732}" type="datetimeFigureOut">
              <a:rPr lang="en-GB" smtClean="0"/>
              <a:t>25/05/2025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4D903-F58A-4579-9C68-3A1F6652A1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94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このスライドが本日の核。失敗パターンと打ち手を1枚にまとめて、議論の出発点とする。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6.jpe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6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7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5.emf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8.jpeg"/><Relationship Id="rId4" Type="http://schemas.openxmlformats.org/officeDocument/2006/relationships/image" Target="../media/image6.jpeg"/><Relationship Id="rId5" Type="http://schemas.openxmlformats.org/officeDocument/2006/relationships/image" Target="../media/image19.pn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18.jpeg"/><Relationship Id="rId4" Type="http://schemas.openxmlformats.org/officeDocument/2006/relationships/image" Target="../media/image6.jpe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20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22.png"/><Relationship Id="rId4" Type="http://schemas.microsoft.com/office/2007/relationships/hdphoto" Target="../media/hdphoto1.wdp"/><Relationship Id="rId5" Type="http://schemas.openxmlformats.org/officeDocument/2006/relationships/image" Target="../media/image23.emf"/><Relationship Id="rId6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Back">
            <a:extLst>
              <a:ext uri="{FF2B5EF4-FFF2-40B4-BE49-F238E27FC236}">
                <a16:creationId xmlns:a16="http://schemas.microsoft.com/office/drawing/2014/main" id="{8DBCB7A3-3BE6-4788-BFE3-E47DA0AE7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23692"/>
          <a:stretch/>
        </p:blipFill>
        <p:spPr>
          <a:xfrm>
            <a:off x="-1" y="1625601"/>
            <a:ext cx="12192001" cy="5232400"/>
          </a:xfrm>
          <a:prstGeom prst="rect">
            <a:avLst/>
          </a:prstGeom>
        </p:spPr>
      </p:pic>
      <p:cxnSp>
        <p:nvCxnSpPr>
          <p:cNvPr id="13" name="Line orange">
            <a:extLst>
              <a:ext uri="{FF2B5EF4-FFF2-40B4-BE49-F238E27FC236}">
                <a16:creationId xmlns:a16="http://schemas.microsoft.com/office/drawing/2014/main" id="{182567DD-ED40-1860-9FE0-B8B0E388832E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05249" y="22405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ne Date">
            <a:extLst>
              <a:ext uri="{FF2B5EF4-FFF2-40B4-BE49-F238E27FC236}">
                <a16:creationId xmlns:a16="http://schemas.microsoft.com/office/drawing/2014/main" id="{96460BEA-8772-41B7-9487-28AE6276301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15279" y="4394716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s_Date">
            <a:extLst>
              <a:ext uri="{FF2B5EF4-FFF2-40B4-BE49-F238E27FC236}">
                <a16:creationId xmlns:a16="http://schemas.microsoft.com/office/drawing/2014/main" id="{5CC81083-483D-7D00-FB86-778854F97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4695" y="4373691"/>
            <a:ext cx="2833687" cy="23958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8" name="Res_SubTitle">
            <a:extLst>
              <a:ext uri="{FF2B5EF4-FFF2-40B4-BE49-F238E27FC236}">
                <a16:creationId xmlns:a16="http://schemas.microsoft.com/office/drawing/2014/main" id="{38B5FF7E-6EF3-9DCA-B696-C3D7915B4D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2521" y="3618044"/>
            <a:ext cx="8640000" cy="43656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14" name="Res_Title_01">
            <a:extLst>
              <a:ext uri="{FF2B5EF4-FFF2-40B4-BE49-F238E27FC236}">
                <a16:creationId xmlns:a16="http://schemas.microsoft.com/office/drawing/2014/main" id="{D3C47B57-E1D6-7055-CC9F-CD9FBACB4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284" y="2802753"/>
            <a:ext cx="8640000" cy="549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2C4568B-6A0C-0CD0-4D28-E072C9A4AD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7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  <p15:guide id="2" pos="19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sh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_Back">
            <a:extLst>
              <a:ext uri="{FF2B5EF4-FFF2-40B4-BE49-F238E27FC236}">
                <a16:creationId xmlns:a16="http://schemas.microsoft.com/office/drawing/2014/main" id="{9008214D-B784-B570-F58F-EF90B42BD2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25"/>
          <a:stretch/>
        </p:blipFill>
        <p:spPr>
          <a:xfrm>
            <a:off x="0" y="3930650"/>
            <a:ext cx="12192000" cy="2927350"/>
          </a:xfrm>
          <a:prstGeom prst="rect">
            <a:avLst/>
          </a:prstGeom>
        </p:spPr>
      </p:pic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198019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 Date">
            <a:extLst>
              <a:ext uri="{FF2B5EF4-FFF2-40B4-BE49-F238E27FC236}">
                <a16:creationId xmlns:a16="http://schemas.microsoft.com/office/drawing/2014/main" id="{3947B639-9C95-C83C-CB62-A41D72E21B28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04958" y="4122867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s_Date">
            <a:extLst>
              <a:ext uri="{FF2B5EF4-FFF2-40B4-BE49-F238E27FC236}">
                <a16:creationId xmlns:a16="http://schemas.microsoft.com/office/drawing/2014/main" id="{D4943331-F70C-5019-D05F-A567F8BCD4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4374" y="4101842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6" name="Res_SubTitle">
            <a:extLst>
              <a:ext uri="{FF2B5EF4-FFF2-40B4-BE49-F238E27FC236}">
                <a16:creationId xmlns:a16="http://schemas.microsoft.com/office/drawing/2014/main" id="{90EFAD82-46D0-27D9-9B9E-E5D822602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346195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17" name="Res_Title_01">
            <a:extLst>
              <a:ext uri="{FF2B5EF4-FFF2-40B4-BE49-F238E27FC236}">
                <a16:creationId xmlns:a16="http://schemas.microsoft.com/office/drawing/2014/main" id="{1C7729D2-A7D2-BDC6-7120-338E05DDD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6963" y="2530904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4AE907C-AD2A-348E-E5C0-3EF22AA84B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10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in the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G_Bottom">
            <a:extLst>
              <a:ext uri="{FF2B5EF4-FFF2-40B4-BE49-F238E27FC236}">
                <a16:creationId xmlns:a16="http://schemas.microsoft.com/office/drawing/2014/main" id="{CB106D5C-FC53-BD62-C543-F806BDA1D9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002" r="8002"/>
          <a:stretch/>
        </p:blipFill>
        <p:spPr>
          <a:xfrm>
            <a:off x="0" y="4317686"/>
            <a:ext cx="4514336" cy="2538726"/>
          </a:xfrm>
          <a:prstGeom prst="rect">
            <a:avLst/>
          </a:prstGeom>
        </p:spPr>
      </p:pic>
      <p:pic>
        <p:nvPicPr>
          <p:cNvPr id="2" name="IMG_Top">
            <a:extLst>
              <a:ext uri="{FF2B5EF4-FFF2-40B4-BE49-F238E27FC236}">
                <a16:creationId xmlns:a16="http://schemas.microsoft.com/office/drawing/2014/main" id="{30770C7D-DCA9-62FE-3E95-C583EAA37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86" b="4486"/>
          <a:stretch/>
        </p:blipFill>
        <p:spPr>
          <a:xfrm>
            <a:off x="6508409" y="0"/>
            <a:ext cx="5683592" cy="3196281"/>
          </a:xfrm>
          <a:prstGeom prst="rect">
            <a:avLst/>
          </a:prstGeom>
        </p:spPr>
      </p:pic>
      <p:cxnSp>
        <p:nvCxnSpPr>
          <p:cNvPr id="9" name="Line orange">
            <a:extLst>
              <a:ext uri="{FF2B5EF4-FFF2-40B4-BE49-F238E27FC236}">
                <a16:creationId xmlns:a16="http://schemas.microsoft.com/office/drawing/2014/main" id="{16B84063-36BD-CE65-799F-3C67008E24D0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273965" y="2181145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Line Date">
            <a:extLst>
              <a:ext uri="{FF2B5EF4-FFF2-40B4-BE49-F238E27FC236}">
                <a16:creationId xmlns:a16="http://schemas.microsoft.com/office/drawing/2014/main" id="{E98AAA72-2D16-8EDB-7077-E1B9B7026C11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890781" y="4337050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s_Date">
            <a:extLst>
              <a:ext uri="{FF2B5EF4-FFF2-40B4-BE49-F238E27FC236}">
                <a16:creationId xmlns:a16="http://schemas.microsoft.com/office/drawing/2014/main" id="{FCFA7EA5-DE6D-F9EB-4030-D8D0DC74E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90197" y="4316025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6" name="Res_SubTitle">
            <a:extLst>
              <a:ext uri="{FF2B5EF4-FFF2-40B4-BE49-F238E27FC236}">
                <a16:creationId xmlns:a16="http://schemas.microsoft.com/office/drawing/2014/main" id="{47D5ABAF-8BC5-E9B6-06EA-470435528E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8023" y="3560378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7" name="Res_Title_01">
            <a:extLst>
              <a:ext uri="{FF2B5EF4-FFF2-40B4-BE49-F238E27FC236}">
                <a16:creationId xmlns:a16="http://schemas.microsoft.com/office/drawing/2014/main" id="{9ED3841C-D7FF-BF65-BEDD-7D574FCA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2786" y="2745087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DB29CA1-4B2B-6A36-FE89-425D6F727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73549" y="5764839"/>
            <a:ext cx="2887338" cy="8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0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  <p15:guide id="2" pos="1929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ye Akko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4069C927-C3EE-B539-65EC-A1B438541D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4564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Line Date">
            <a:extLst>
              <a:ext uri="{FF2B5EF4-FFF2-40B4-BE49-F238E27FC236}">
                <a16:creationId xmlns:a16="http://schemas.microsoft.com/office/drawing/2014/main" id="{788B03B2-95A0-1A98-591B-EDB8196BE417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8185" y="524321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s_Date">
            <a:extLst>
              <a:ext uri="{FF2B5EF4-FFF2-40B4-BE49-F238E27FC236}">
                <a16:creationId xmlns:a16="http://schemas.microsoft.com/office/drawing/2014/main" id="{1D5D44EC-E268-C0CF-5E19-BD4AD60024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7601" y="522219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3" name="Res_SubTitle">
            <a:extLst>
              <a:ext uri="{FF2B5EF4-FFF2-40B4-BE49-F238E27FC236}">
                <a16:creationId xmlns:a16="http://schemas.microsoft.com/office/drawing/2014/main" id="{BC7EFFBD-647C-2033-8560-EEB6C177C6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427" y="4466543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14" name="Res_Title_01">
            <a:extLst>
              <a:ext uri="{FF2B5EF4-FFF2-40B4-BE49-F238E27FC236}">
                <a16:creationId xmlns:a16="http://schemas.microsoft.com/office/drawing/2014/main" id="{CEED42CD-E0B5-019E-41EB-17D295D19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90" y="3651252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C5F026E4-ADE3-BD13-2D59-71323F94CA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104" y="2858016"/>
            <a:ext cx="3017520" cy="89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8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1562" y="2596081"/>
            <a:ext cx="8180438" cy="4261919"/>
          </a:xfrm>
          <a:prstGeom prst="rect">
            <a:avLst/>
          </a:prstGeom>
        </p:spPr>
      </p:pic>
      <p:cxnSp>
        <p:nvCxnSpPr>
          <p:cNvPr id="3" name="Straight Connector 69">
            <a:extLst>
              <a:ext uri="{FF2B5EF4-FFF2-40B4-BE49-F238E27FC236}">
                <a16:creationId xmlns:a16="http://schemas.microsoft.com/office/drawing/2014/main" id="{BDB914D8-DAE9-CA40-74A0-5731702775DC}"/>
              </a:ext>
            </a:extLst>
          </p:cNvPr>
          <p:cNvCxnSpPr>
            <a:cxnSpLocks/>
          </p:cNvCxnSpPr>
          <p:nvPr userDrawn="1"/>
        </p:nvCxnSpPr>
        <p:spPr>
          <a:xfrm>
            <a:off x="1438233" y="23770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36">
            <a:extLst>
              <a:ext uri="{FF2B5EF4-FFF2-40B4-BE49-F238E27FC236}">
                <a16:creationId xmlns:a16="http://schemas.microsoft.com/office/drawing/2014/main" id="{848226C5-1394-2DD3-850E-BDF043691898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538762" y="885126"/>
            <a:ext cx="1088606" cy="1088606"/>
          </a:xfrm>
          <a:prstGeom prst="snip1Rect">
            <a:avLst/>
          </a:prstGeom>
          <a:noFill/>
          <a:ln>
            <a:gradFill flip="none" rotWithShape="1">
              <a:gsLst>
                <a:gs pos="100000">
                  <a:srgbClr val="FFB81C"/>
                </a:gs>
                <a:gs pos="83000">
                  <a:srgbClr val="FFB81C"/>
                </a:gs>
                <a:gs pos="54000">
                  <a:schemeClr val="bg1"/>
                </a:gs>
              </a:gsLst>
              <a:lin ang="7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05A4AE02-F05D-1E4C-14F8-C4BB96BCA3D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Res_Chapter_06">
            <a:extLst>
              <a:ext uri="{FF2B5EF4-FFF2-40B4-BE49-F238E27FC236}">
                <a16:creationId xmlns:a16="http://schemas.microsoft.com/office/drawing/2014/main" id="{309A7780-E0A5-B4EC-BD3B-27ED6F331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93875" y="518265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5">
            <a:extLst>
              <a:ext uri="{FF2B5EF4-FFF2-40B4-BE49-F238E27FC236}">
                <a16:creationId xmlns:a16="http://schemas.microsoft.com/office/drawing/2014/main" id="{4E373F42-A2DD-C573-C1C1-46B348D3AF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3875" y="469597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0" name="Res_Chapter_04">
            <a:extLst>
              <a:ext uri="{FF2B5EF4-FFF2-40B4-BE49-F238E27FC236}">
                <a16:creationId xmlns:a16="http://schemas.microsoft.com/office/drawing/2014/main" id="{86AA234E-8BB8-8F46-24AF-820563CE1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3875" y="420929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3">
            <a:extLst>
              <a:ext uri="{FF2B5EF4-FFF2-40B4-BE49-F238E27FC236}">
                <a16:creationId xmlns:a16="http://schemas.microsoft.com/office/drawing/2014/main" id="{F5446193-CFC1-54EB-7BF4-3AB004C4F9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3875" y="3722611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2" name="Res_Chapter_02">
            <a:extLst>
              <a:ext uri="{FF2B5EF4-FFF2-40B4-BE49-F238E27FC236}">
                <a16:creationId xmlns:a16="http://schemas.microsoft.com/office/drawing/2014/main" id="{B51A9797-ED1B-4D95-D84B-A70EC3AE18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3875" y="3235929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3" name="Res_Chapter_01">
            <a:extLst>
              <a:ext uri="{FF2B5EF4-FFF2-40B4-BE49-F238E27FC236}">
                <a16:creationId xmlns:a16="http://schemas.microsoft.com/office/drawing/2014/main" id="{17C24F82-72E2-2BCD-AA8D-2A04FDD6A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75" y="274924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Number and Chapter Title</a:t>
            </a:r>
          </a:p>
        </p:txBody>
      </p:sp>
      <p:sp>
        <p:nvSpPr>
          <p:cNvPr id="16" name="Res_Num_06">
            <a:extLst>
              <a:ext uri="{FF2B5EF4-FFF2-40B4-BE49-F238E27FC236}">
                <a16:creationId xmlns:a16="http://schemas.microsoft.com/office/drawing/2014/main" id="{74A75735-6DC8-A53D-4DEB-111868C590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6200" y="519047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17" name="Res_Num_05">
            <a:extLst>
              <a:ext uri="{FF2B5EF4-FFF2-40B4-BE49-F238E27FC236}">
                <a16:creationId xmlns:a16="http://schemas.microsoft.com/office/drawing/2014/main" id="{AF803C3C-0D1A-A8FA-E0F9-57C34435A4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46200" y="469970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18" name="Res_Num_04">
            <a:extLst>
              <a:ext uri="{FF2B5EF4-FFF2-40B4-BE49-F238E27FC236}">
                <a16:creationId xmlns:a16="http://schemas.microsoft.com/office/drawing/2014/main" id="{1A74C670-327C-764C-E828-FAED231D05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46200" y="420894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19" name="Res_Num_03">
            <a:extLst>
              <a:ext uri="{FF2B5EF4-FFF2-40B4-BE49-F238E27FC236}">
                <a16:creationId xmlns:a16="http://schemas.microsoft.com/office/drawing/2014/main" id="{C879B91E-2854-C403-2B40-B1D14714BC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6200" y="371818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20" name="Res_Num_02">
            <a:extLst>
              <a:ext uri="{FF2B5EF4-FFF2-40B4-BE49-F238E27FC236}">
                <a16:creationId xmlns:a16="http://schemas.microsoft.com/office/drawing/2014/main" id="{0A05DF73-D271-C58F-0F3D-0B1BC3B69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6200" y="322741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21" name="Res_Num_01">
            <a:extLst>
              <a:ext uri="{FF2B5EF4-FFF2-40B4-BE49-F238E27FC236}">
                <a16:creationId xmlns:a16="http://schemas.microsoft.com/office/drawing/2014/main" id="{5249EC05-C1F0-74AA-7526-6271A03810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6200" y="273665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43025" y="1800226"/>
            <a:ext cx="5058850" cy="4445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Title</a:t>
            </a:r>
            <a:endParaRPr lang="en-US"/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8C4DB780-101A-B1D7-280D-5DA360343B6B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TXT_@Akkodis">
            <a:extLst>
              <a:ext uri="{FF2B5EF4-FFF2-40B4-BE49-F238E27FC236}">
                <a16:creationId xmlns:a16="http://schemas.microsoft.com/office/drawing/2014/main" id="{CBB1C061-75DF-5C26-A0FC-4C11A434629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DBFFFF7-2E32-EF1E-E0FE-4AD8A29ADB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622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516091" y="-1"/>
            <a:ext cx="5949951" cy="6858001"/>
          </a:xfrm>
          <a:prstGeom prst="rect">
            <a:avLst/>
          </a:prstGeom>
        </p:spPr>
      </p:pic>
      <p:sp>
        <p:nvSpPr>
          <p:cNvPr id="10" name="Oval 36">
            <a:extLst>
              <a:ext uri="{FF2B5EF4-FFF2-40B4-BE49-F238E27FC236}">
                <a16:creationId xmlns:a16="http://schemas.microsoft.com/office/drawing/2014/main" id="{372D8D00-6079-EBC5-AFED-F56E80F31A18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538762" y="834326"/>
            <a:ext cx="1088606" cy="1088606"/>
          </a:xfrm>
          <a:prstGeom prst="snip1Rect">
            <a:avLst/>
          </a:prstGeom>
          <a:noFill/>
          <a:ln>
            <a:gradFill flip="none" rotWithShape="1">
              <a:gsLst>
                <a:gs pos="100000">
                  <a:srgbClr val="FFB81C"/>
                </a:gs>
                <a:gs pos="83000">
                  <a:srgbClr val="FFB81C"/>
                </a:gs>
                <a:gs pos="54000">
                  <a:schemeClr val="bg1"/>
                </a:gs>
              </a:gsLst>
              <a:lin ang="7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cxnSp>
        <p:nvCxnSpPr>
          <p:cNvPr id="5" name="Straight Connector 69">
            <a:extLst>
              <a:ext uri="{FF2B5EF4-FFF2-40B4-BE49-F238E27FC236}">
                <a16:creationId xmlns:a16="http://schemas.microsoft.com/office/drawing/2014/main" id="{6D81F752-FA27-2E0D-3030-8F7D3E026D80}"/>
              </a:ext>
            </a:extLst>
          </p:cNvPr>
          <p:cNvCxnSpPr>
            <a:cxnSpLocks/>
          </p:cNvCxnSpPr>
          <p:nvPr userDrawn="1"/>
        </p:nvCxnSpPr>
        <p:spPr>
          <a:xfrm>
            <a:off x="1209633" y="22373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- Slide Number">
            <a:extLst>
              <a:ext uri="{FF2B5EF4-FFF2-40B4-BE49-F238E27FC236}">
                <a16:creationId xmlns:a16="http://schemas.microsoft.com/office/drawing/2014/main" id="{87D9E8AD-84F8-B7B2-0E56-C3921EE483F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Chapter_08">
            <a:extLst>
              <a:ext uri="{FF2B5EF4-FFF2-40B4-BE49-F238E27FC236}">
                <a16:creationId xmlns:a16="http://schemas.microsoft.com/office/drawing/2014/main" id="{883FC4FB-7420-5B60-BC62-0769D1E401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22425" y="5784623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7" name="Res_Chapter_07">
            <a:extLst>
              <a:ext uri="{FF2B5EF4-FFF2-40B4-BE49-F238E27FC236}">
                <a16:creationId xmlns:a16="http://schemas.microsoft.com/office/drawing/2014/main" id="{9EC7223E-B619-1D3C-5411-315A488430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22425" y="5297940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6">
            <a:extLst>
              <a:ext uri="{FF2B5EF4-FFF2-40B4-BE49-F238E27FC236}">
                <a16:creationId xmlns:a16="http://schemas.microsoft.com/office/drawing/2014/main" id="{B696202C-674D-0F1C-A351-8460B4F595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22425" y="4811258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Res_Chapter_05">
            <a:extLst>
              <a:ext uri="{FF2B5EF4-FFF2-40B4-BE49-F238E27FC236}">
                <a16:creationId xmlns:a16="http://schemas.microsoft.com/office/drawing/2014/main" id="{95CE993B-C6C5-7D2B-5557-BFA2A5840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2425" y="4324576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72693F5C-3880-5716-475E-20820C716E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22425" y="3837894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Res_Chapter_03">
            <a:extLst>
              <a:ext uri="{FF2B5EF4-FFF2-40B4-BE49-F238E27FC236}">
                <a16:creationId xmlns:a16="http://schemas.microsoft.com/office/drawing/2014/main" id="{5560718B-EDF5-57E2-3595-B754E52D63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22425" y="3351212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es_Chapter_02">
            <a:extLst>
              <a:ext uri="{FF2B5EF4-FFF2-40B4-BE49-F238E27FC236}">
                <a16:creationId xmlns:a16="http://schemas.microsoft.com/office/drawing/2014/main" id="{E68F6683-3C70-88C1-53D7-7280CE5E9A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2425" y="2864530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6" name="Res_Chapter_01">
            <a:extLst>
              <a:ext uri="{FF2B5EF4-FFF2-40B4-BE49-F238E27FC236}">
                <a16:creationId xmlns:a16="http://schemas.microsoft.com/office/drawing/2014/main" id="{2A7684A3-22B9-810C-CE4A-F07776F58E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22425" y="2377848"/>
            <a:ext cx="43307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Number and Chapter Title</a:t>
            </a:r>
          </a:p>
        </p:txBody>
      </p:sp>
      <p:sp>
        <p:nvSpPr>
          <p:cNvPr id="17" name="Res_Num_08">
            <a:extLst>
              <a:ext uri="{FF2B5EF4-FFF2-40B4-BE49-F238E27FC236}">
                <a16:creationId xmlns:a16="http://schemas.microsoft.com/office/drawing/2014/main" id="{3BA7C8B5-5639-280E-404F-DBFA4EF441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4750" y="580060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18" name="Res_Num_07">
            <a:extLst>
              <a:ext uri="{FF2B5EF4-FFF2-40B4-BE49-F238E27FC236}">
                <a16:creationId xmlns:a16="http://schemas.microsoft.com/office/drawing/2014/main" id="{A0B2E0B3-BD1A-96D4-1B89-1804B7AA174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750" y="530983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19" name="Res_Num_06">
            <a:extLst>
              <a:ext uri="{FF2B5EF4-FFF2-40B4-BE49-F238E27FC236}">
                <a16:creationId xmlns:a16="http://schemas.microsoft.com/office/drawing/2014/main" id="{9C5314A5-5A1B-5B8C-2D28-DA2EDCD1BA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750" y="481907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20" name="Res_Num_05">
            <a:extLst>
              <a:ext uri="{FF2B5EF4-FFF2-40B4-BE49-F238E27FC236}">
                <a16:creationId xmlns:a16="http://schemas.microsoft.com/office/drawing/2014/main" id="{6456B82E-0101-9647-2F02-12D3CECD2C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74750" y="432830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21" name="Res_Num_04">
            <a:extLst>
              <a:ext uri="{FF2B5EF4-FFF2-40B4-BE49-F238E27FC236}">
                <a16:creationId xmlns:a16="http://schemas.microsoft.com/office/drawing/2014/main" id="{96CF6925-CBE8-57C7-723F-8734D57614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74750" y="383754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22" name="Res_Num_03">
            <a:extLst>
              <a:ext uri="{FF2B5EF4-FFF2-40B4-BE49-F238E27FC236}">
                <a16:creationId xmlns:a16="http://schemas.microsoft.com/office/drawing/2014/main" id="{3642DAF9-98A5-4F9B-37B0-98FEE45D6C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74750" y="334678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23" name="Res_Num_02">
            <a:extLst>
              <a:ext uri="{FF2B5EF4-FFF2-40B4-BE49-F238E27FC236}">
                <a16:creationId xmlns:a16="http://schemas.microsoft.com/office/drawing/2014/main" id="{61AFF6BF-3D56-8F67-B563-03E48321F5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4750" y="285601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24" name="Res_Num_01">
            <a:extLst>
              <a:ext uri="{FF2B5EF4-FFF2-40B4-BE49-F238E27FC236}">
                <a16:creationId xmlns:a16="http://schemas.microsoft.com/office/drawing/2014/main" id="{8FB6912C-8E6C-2BAE-114D-F89929E01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4750" y="236525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0" y="1733550"/>
            <a:ext cx="4851400" cy="387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CA40F835-0E85-1CB1-8316-E0F4A1733EB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5" name="TXT_@Akkodis">
            <a:extLst>
              <a:ext uri="{FF2B5EF4-FFF2-40B4-BE49-F238E27FC236}">
                <a16:creationId xmlns:a16="http://schemas.microsoft.com/office/drawing/2014/main" id="{0D2546B5-9D15-F3BE-A6E0-D7305D050B2F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1CF907BD-64F8-8FC8-92DB-5FDE0B04E3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972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  <p15:guide id="3" orient="horz" pos="5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s_Chapter_08">
            <a:extLst>
              <a:ext uri="{FF2B5EF4-FFF2-40B4-BE49-F238E27FC236}">
                <a16:creationId xmlns:a16="http://schemas.microsoft.com/office/drawing/2014/main" id="{70C735F7-AEBB-1983-BEDC-BADE65046A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9475" y="5051198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7" name="Res_Chapter_07">
            <a:extLst>
              <a:ext uri="{FF2B5EF4-FFF2-40B4-BE49-F238E27FC236}">
                <a16:creationId xmlns:a16="http://schemas.microsoft.com/office/drawing/2014/main" id="{FA443A17-49A1-90F2-F70D-29FD5E2FB3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9475" y="456451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es_Chapter_06">
            <a:extLst>
              <a:ext uri="{FF2B5EF4-FFF2-40B4-BE49-F238E27FC236}">
                <a16:creationId xmlns:a16="http://schemas.microsoft.com/office/drawing/2014/main" id="{58306BD7-20A8-DCBA-6CD7-02174D2E61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475" y="407783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3" name="Res_Chapter_05">
            <a:extLst>
              <a:ext uri="{FF2B5EF4-FFF2-40B4-BE49-F238E27FC236}">
                <a16:creationId xmlns:a16="http://schemas.microsoft.com/office/drawing/2014/main" id="{7AD46BC7-51F0-6595-BE84-5864EEFB66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9475" y="3591151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7030CCD8-BBBB-3D7F-1853-9EBB69EDDA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9475" y="3104469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Res_Chapter_03">
            <a:extLst>
              <a:ext uri="{FF2B5EF4-FFF2-40B4-BE49-F238E27FC236}">
                <a16:creationId xmlns:a16="http://schemas.microsoft.com/office/drawing/2014/main" id="{150E12E1-0A23-C0F7-52A3-DDE67352B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9475" y="2617787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" name="Res_Chapter_02">
            <a:extLst>
              <a:ext uri="{FF2B5EF4-FFF2-40B4-BE49-F238E27FC236}">
                <a16:creationId xmlns:a16="http://schemas.microsoft.com/office/drawing/2014/main" id="{B9494021-0784-AB66-1DFE-8ABEDACC7A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9475" y="2131105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Res_Chapter_01">
            <a:extLst>
              <a:ext uri="{FF2B5EF4-FFF2-40B4-BE49-F238E27FC236}">
                <a16:creationId xmlns:a16="http://schemas.microsoft.com/office/drawing/2014/main" id="{06D46CA5-F3AE-E392-0C80-17A412453E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9475" y="1644423"/>
            <a:ext cx="4608000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500"/>
              </a:lnSpc>
              <a:spcBef>
                <a:spcPts val="0"/>
              </a:spcBef>
              <a:defRPr lang="fr-FR" sz="1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Number and Chapter Title</a:t>
            </a:r>
          </a:p>
        </p:txBody>
      </p:sp>
      <p:sp>
        <p:nvSpPr>
          <p:cNvPr id="20" name="Res_Num_08">
            <a:extLst>
              <a:ext uri="{FF2B5EF4-FFF2-40B4-BE49-F238E27FC236}">
                <a16:creationId xmlns:a16="http://schemas.microsoft.com/office/drawing/2014/main" id="{ADF9E521-8549-41FE-5F4C-FDBFDC97C4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800" y="506717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18" name="Res_Num_07">
            <a:extLst>
              <a:ext uri="{FF2B5EF4-FFF2-40B4-BE49-F238E27FC236}">
                <a16:creationId xmlns:a16="http://schemas.microsoft.com/office/drawing/2014/main" id="{31D21C2F-BFA7-5EC5-996E-37E138825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457641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16" name="Res_Num_06">
            <a:extLst>
              <a:ext uri="{FF2B5EF4-FFF2-40B4-BE49-F238E27FC236}">
                <a16:creationId xmlns:a16="http://schemas.microsoft.com/office/drawing/2014/main" id="{B5879060-FB42-3ADD-B102-622895BEAD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00" y="408564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14" name="Res_Num_05">
            <a:extLst>
              <a:ext uri="{FF2B5EF4-FFF2-40B4-BE49-F238E27FC236}">
                <a16:creationId xmlns:a16="http://schemas.microsoft.com/office/drawing/2014/main" id="{2024ECFA-EC6B-8AF7-8E6A-1715BC67E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359488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12" name="Res_Num_04">
            <a:extLst>
              <a:ext uri="{FF2B5EF4-FFF2-40B4-BE49-F238E27FC236}">
                <a16:creationId xmlns:a16="http://schemas.microsoft.com/office/drawing/2014/main" id="{64EBCDD6-B314-4BAA-61A3-D1D874013B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310412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10" name="Res_Num_03">
            <a:extLst>
              <a:ext uri="{FF2B5EF4-FFF2-40B4-BE49-F238E27FC236}">
                <a16:creationId xmlns:a16="http://schemas.microsoft.com/office/drawing/2014/main" id="{DCAFBC0E-1574-BA41-D645-A19EFCD54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261335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6" name="Res_Num_02">
            <a:extLst>
              <a:ext uri="{FF2B5EF4-FFF2-40B4-BE49-F238E27FC236}">
                <a16:creationId xmlns:a16="http://schemas.microsoft.com/office/drawing/2014/main" id="{5F43C716-2078-D414-023E-19EAD76552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12259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4" name="Res_Num_01">
            <a:extLst>
              <a:ext uri="{FF2B5EF4-FFF2-40B4-BE49-F238E27FC236}">
                <a16:creationId xmlns:a16="http://schemas.microsoft.com/office/drawing/2014/main" id="{286AC660-1D4E-54D2-0F93-40050D9B93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63182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200" y="298450"/>
            <a:ext cx="5511800" cy="66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0199F568-DDFE-222E-A609-8DB39FCB3EE4}"/>
              </a:ext>
            </a:extLst>
          </p:cNvPr>
          <p:cNvSpPr/>
          <p:nvPr userDrawn="1"/>
        </p:nvSpPr>
        <p:spPr>
          <a:xfrm>
            <a:off x="4007717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TXT_@Akkodis">
            <a:extLst>
              <a:ext uri="{FF2B5EF4-FFF2-40B4-BE49-F238E27FC236}">
                <a16:creationId xmlns:a16="http://schemas.microsoft.com/office/drawing/2014/main" id="{0DE2ED12-90E4-FF52-066F-AEABE89858BE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AB24A9C2-28B4-D634-470C-1C75C3FBAE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6788B40-1706-AD3C-87B5-553C8A3D810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6000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893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6AE3C89-010A-4278-C6C2-5E9195E2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614738"/>
            <a:ext cx="4748981" cy="224326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44FF970-B109-15C9-DAC8-E69D9596DE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94924" y="0"/>
            <a:ext cx="4297076" cy="2654710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44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4" name="Footer - Slide Number">
            <a:extLst>
              <a:ext uri="{FF2B5EF4-FFF2-40B4-BE49-F238E27FC236}">
                <a16:creationId xmlns:a16="http://schemas.microsoft.com/office/drawing/2014/main" id="{8A9AD70A-A410-4AA6-FA4F-2568D309C6C3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933D23FC-E964-9494-08E5-4EDE9FE8EA9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EEE77417-60EE-8B29-A6AB-A9697E4EE1FD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CE76B8C2-74E2-E87D-9481-2ECCA07963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8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7EB353F-0161-5C00-6B68-D2B83670D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91759" y="2064774"/>
            <a:ext cx="9200241" cy="4793225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chemeClr val="tx1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44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177C88C7-7834-6474-CD0E-4B75254952C3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6B8AE870-90D3-7AA0-C26E-BDE5240C8BE1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B2D07F29-29A1-0643-B826-D9F879E0D6C0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77A16A75-2BDE-E06D-33E7-A8F091BEB2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9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 and one Paragr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70D1C9DA-F723-361B-5C16-0354342EB62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67" y="2228851"/>
            <a:ext cx="9880071" cy="364807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F99A58E2-7DAB-6C28-1EFC-96B56863E081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7076B0EE-20B1-717A-8CD4-456DC3705A15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B9F84C29-FB86-4878-6735-5D78B2CB3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016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orient="horz" pos="138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A4FBCA26-0F92-4A5A-0D60-E9990089FAE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Paraph_01">
            <a:extLst>
              <a:ext uri="{FF2B5EF4-FFF2-40B4-BE49-F238E27FC236}">
                <a16:creationId xmlns:a16="http://schemas.microsoft.com/office/drawing/2014/main" id="{2DD79BD3-9DCB-9AF9-A4DE-DFDBDD787D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563563" y="2235200"/>
            <a:ext cx="9883775" cy="365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rgbClr val="000000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5C7E3102-47B2-4724-2556-424B62044C8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BE0620B1-BC64-2607-A2FA-8EB7F0B0A2DF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2B62A2B6-F78E-602C-98C9-59F7EB4021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47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pos="3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Text 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6521CC2-59A1-F228-6515-05CD097743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4563"/>
          <a:stretch/>
        </p:blipFill>
        <p:spPr>
          <a:xfrm>
            <a:off x="0" y="4883150"/>
            <a:ext cx="12192000" cy="1974850"/>
          </a:xfrm>
          <a:prstGeom prst="rect">
            <a:avLst/>
          </a:prstGeom>
        </p:spPr>
      </p:pic>
      <p:sp>
        <p:nvSpPr>
          <p:cNvPr id="3" name="Oval 36">
            <a:extLst>
              <a:ext uri="{FF2B5EF4-FFF2-40B4-BE49-F238E27FC236}">
                <a16:creationId xmlns:a16="http://schemas.microsoft.com/office/drawing/2014/main" id="{1DCD95AF-F054-A673-E93B-BACD3BE8F5D6}"/>
              </a:ext>
            </a:extLst>
          </p:cNvPr>
          <p:cNvSpPr>
            <a:spLocks/>
          </p:cNvSpPr>
          <p:nvPr userDrawn="1"/>
        </p:nvSpPr>
        <p:spPr>
          <a:xfrm flipH="1">
            <a:off x="1838309" y="946851"/>
            <a:ext cx="2079164" cy="2079164"/>
          </a:xfrm>
          <a:prstGeom prst="snip1Rect">
            <a:avLst/>
          </a:prstGeom>
          <a:noFill/>
          <a:ln>
            <a:gradFill flip="none" rotWithShape="1">
              <a:gsLst>
                <a:gs pos="0">
                  <a:srgbClr val="FFB81C"/>
                </a:gs>
                <a:gs pos="26000">
                  <a:srgbClr val="FFB81C"/>
                </a:gs>
                <a:gs pos="39000">
                  <a:srgbClr val="001F33">
                    <a:alpha val="0"/>
                  </a:srgb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3BD30702-002C-97D8-1E36-853B834E0091}"/>
              </a:ext>
            </a:extLst>
          </p:cNvPr>
          <p:cNvCxnSpPr>
            <a:cxnSpLocks/>
          </p:cNvCxnSpPr>
          <p:nvPr userDrawn="1"/>
        </p:nvCxnSpPr>
        <p:spPr>
          <a:xfrm>
            <a:off x="2863728" y="29675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CDF902BC-B072-1BE3-50C2-8B75FC073E6D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69698" y="3200400"/>
            <a:ext cx="7217174" cy="16117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69698" y="2379485"/>
            <a:ext cx="6480000" cy="378229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9698" y="1700777"/>
            <a:ext cx="648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285DCCC3-78C8-DD50-883C-B599FA6E2252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3036E8BE-5B02-6066-F5D5-A74D991E1FDD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01CCA8BA-DB18-FAD7-7A17-44C62FA2F7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07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exte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AC37D43B-D3B4-4D74-3F22-A60DC62D2AA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SubTitle 02">
            <a:extLst>
              <a:ext uri="{FF2B5EF4-FFF2-40B4-BE49-F238E27FC236}">
                <a16:creationId xmlns:a16="http://schemas.microsoft.com/office/drawing/2014/main" id="{66520AC8-25CB-CB99-610F-E3C3C6A10F5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488" y="1905350"/>
            <a:ext cx="9000000" cy="50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lnSpc>
                <a:spcPts val="2400"/>
              </a:lnSpc>
              <a:spcBef>
                <a:spcPts val="0"/>
              </a:spcBef>
              <a:defRPr lang="en-GB" sz="2400" kern="1200" dirty="0" smtClean="0">
                <a:solidFill>
                  <a:schemeClr val="tx1"/>
                </a:solidFill>
                <a:latin typeface="+mj-lt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5" name="Res_Paraph_01">
            <a:extLst>
              <a:ext uri="{FF2B5EF4-FFF2-40B4-BE49-F238E27FC236}">
                <a16:creationId xmlns:a16="http://schemas.microsoft.com/office/drawing/2014/main" id="{BEF16243-6512-1EA1-E9A6-6B5BC6A4AB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399" y="2726267"/>
            <a:ext cx="9898063" cy="320463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5"/>
            <a:ext cx="90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2"/>
            <a:ext cx="90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C35384B9-8408-F95C-CDBB-0E2B5EF7ACAB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F00522D0-B2F4-8238-4B9F-989256D9EAC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8BA2B51A-7C0B-8ADC-2C94-B16FA36A12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72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35" userDrawn="1">
          <p15:clr>
            <a:srgbClr val="FBAE40"/>
          </p15:clr>
        </p15:guide>
        <p15:guide id="2" pos="657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-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B53D948-E148-E1C6-7FAF-7D4CB5D8EC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5918595" y="0"/>
            <a:ext cx="6273405" cy="6858000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36653D13-E382-C8B3-E4B5-7EA8EAF2869D}"/>
              </a:ext>
            </a:extLst>
          </p:cNvPr>
          <p:cNvSpPr/>
          <p:nvPr userDrawn="1"/>
        </p:nvSpPr>
        <p:spPr>
          <a:xfrm>
            <a:off x="0" y="0"/>
            <a:ext cx="904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5" name="Fond bleu">
            <a:extLst>
              <a:ext uri="{FF2B5EF4-FFF2-40B4-BE49-F238E27FC236}">
                <a16:creationId xmlns:a16="http://schemas.microsoft.com/office/drawing/2014/main" id="{2B553834-6614-FB02-D7B6-A5DD7AE2ECE4}"/>
              </a:ext>
            </a:extLst>
          </p:cNvPr>
          <p:cNvSpPr/>
          <p:nvPr userDrawn="1"/>
        </p:nvSpPr>
        <p:spPr>
          <a:xfrm>
            <a:off x="9029700" y="0"/>
            <a:ext cx="31623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42174" y="1662062"/>
            <a:ext cx="3743325" cy="3744000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0 w 10000"/>
              <a:gd name="connsiteY1" fmla="*/ 1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10000 w 10000"/>
              <a:gd name="connsiteY4" fmla="*/ 10000 h 10000"/>
              <a:gd name="connsiteX5" fmla="*/ 8795 w 10000"/>
              <a:gd name="connsiteY5" fmla="*/ 9998 h 10000"/>
              <a:gd name="connsiteX6" fmla="*/ 0 w 10000"/>
              <a:gd name="connsiteY6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292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" y="6669"/>
                  <a:pt x="1" y="3338"/>
                  <a:pt x="2" y="7"/>
                </a:cubicBezTo>
                <a:lnTo>
                  <a:pt x="10000" y="0"/>
                </a:lnTo>
                <a:cubicBezTo>
                  <a:pt x="9998" y="2779"/>
                  <a:pt x="9997" y="5559"/>
                  <a:pt x="9995" y="8338"/>
                </a:cubicBezTo>
                <a:lnTo>
                  <a:pt x="8330" y="9998"/>
                </a:lnTo>
                <a:lnTo>
                  <a:pt x="0" y="1000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0463261" y="1412046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1103871" y="26500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6C2FC80F-0E9C-A610-CE37-834871E800D1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4016" y="2819400"/>
            <a:ext cx="4993084" cy="2590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2685" y="19674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2685" y="14316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8D858A43-E40A-3156-0797-39675B769F5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TXT_@Akkodis">
            <a:extLst>
              <a:ext uri="{FF2B5EF4-FFF2-40B4-BE49-F238E27FC236}">
                <a16:creationId xmlns:a16="http://schemas.microsoft.com/office/drawing/2014/main" id="{478CD009-3257-E197-3C94-7ADEA252433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4A1BA447-79B0-EF1F-82EE-4BD2C164FA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35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Right-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12700" y="0"/>
            <a:ext cx="6273403" cy="6857998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4D5C8AA0-92F4-0FA5-6690-6B39096FDFDD}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2" name="White Mask">
            <a:extLst>
              <a:ext uri="{FF2B5EF4-FFF2-40B4-BE49-F238E27FC236}">
                <a16:creationId xmlns:a16="http://schemas.microsoft.com/office/drawing/2014/main" id="{C0FAC3FE-815D-D51C-9851-FC930D29A724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419565" y="1662062"/>
            <a:ext cx="3744119" cy="3744000"/>
          </a:xfrm>
          <a:custGeom>
            <a:avLst/>
            <a:gdLst>
              <a:gd name="connsiteX0" fmla="*/ 0 w 3743325"/>
              <a:gd name="connsiteY0" fmla="*/ 0 h 3744000"/>
              <a:gd name="connsiteX1" fmla="*/ 3743325 w 3743325"/>
              <a:gd name="connsiteY1" fmla="*/ 0 h 3744000"/>
              <a:gd name="connsiteX2" fmla="*/ 3743325 w 3743325"/>
              <a:gd name="connsiteY2" fmla="*/ 3744000 h 3744000"/>
              <a:gd name="connsiteX3" fmla="*/ 0 w 3743325"/>
              <a:gd name="connsiteY3" fmla="*/ 3744000 h 3744000"/>
              <a:gd name="connsiteX4" fmla="*/ 0 w 3743325"/>
              <a:gd name="connsiteY4" fmla="*/ 0 h 3744000"/>
              <a:gd name="connsiteX0" fmla="*/ 0 w 3743325"/>
              <a:gd name="connsiteY0" fmla="*/ 0 h 3744000"/>
              <a:gd name="connsiteX1" fmla="*/ 623093 w 3743325"/>
              <a:gd name="connsiteY1" fmla="*/ 51 h 3744000"/>
              <a:gd name="connsiteX2" fmla="*/ 3743325 w 3743325"/>
              <a:gd name="connsiteY2" fmla="*/ 0 h 3744000"/>
              <a:gd name="connsiteX3" fmla="*/ 3743325 w 3743325"/>
              <a:gd name="connsiteY3" fmla="*/ 3744000 h 3744000"/>
              <a:gd name="connsiteX4" fmla="*/ 0 w 3743325"/>
              <a:gd name="connsiteY4" fmla="*/ 3744000 h 3744000"/>
              <a:gd name="connsiteX5" fmla="*/ 0 w 3743325"/>
              <a:gd name="connsiteY5" fmla="*/ 0 h 3744000"/>
              <a:gd name="connsiteX0" fmla="*/ 794 w 3744119"/>
              <a:gd name="connsiteY0" fmla="*/ 0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6" fmla="*/ 794 w 3744119"/>
              <a:gd name="connsiteY6" fmla="*/ 0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4119" h="3744000">
                <a:moveTo>
                  <a:pt x="0" y="619176"/>
                </a:moveTo>
                <a:cubicBezTo>
                  <a:pt x="230055" y="390472"/>
                  <a:pt x="340386" y="277079"/>
                  <a:pt x="623887" y="51"/>
                </a:cubicBezTo>
                <a:lnTo>
                  <a:pt x="3744119" y="0"/>
                </a:lnTo>
                <a:lnTo>
                  <a:pt x="3744119" y="3744000"/>
                </a:lnTo>
                <a:lnTo>
                  <a:pt x="794" y="3744000"/>
                </a:lnTo>
                <a:cubicBezTo>
                  <a:pt x="529" y="2702392"/>
                  <a:pt x="265" y="1660784"/>
                  <a:pt x="0" y="619176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391331" y="5592161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5873628" y="2878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D6C186-47CC-FE5A-3E86-6CBE9F87C261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3773" y="3213100"/>
            <a:ext cx="4993084" cy="2197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92442" y="21960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92442" y="16602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88FFDEF2-C443-E953-FE54-FCD13A620CB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TXT_@Akkodis">
            <a:extLst>
              <a:ext uri="{FF2B5EF4-FFF2-40B4-BE49-F238E27FC236}">
                <a16:creationId xmlns:a16="http://schemas.microsoft.com/office/drawing/2014/main" id="{83271F87-E40D-71CD-F0BA-3BAA0BC414D7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</a:t>
            </a:r>
            <a:b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</a:b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無断での使用・開示を禁じます。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8623ECE5-504C-3793-74E8-19C1EED6B5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524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0" y="0"/>
            <a:ext cx="6273403" cy="6857998"/>
          </a:xfrm>
          <a:prstGeom prst="rect">
            <a:avLst/>
          </a:prstGeom>
        </p:spPr>
      </p:pic>
      <p:sp>
        <p:nvSpPr>
          <p:cNvPr id="4" name="Fond bleu">
            <a:extLst>
              <a:ext uri="{FF2B5EF4-FFF2-40B4-BE49-F238E27FC236}">
                <a16:creationId xmlns:a16="http://schemas.microsoft.com/office/drawing/2014/main" id="{A75566EC-13AA-04AC-5E4E-3481FF348380}"/>
              </a:ext>
            </a:extLst>
          </p:cNvPr>
          <p:cNvSpPr/>
          <p:nvPr userDrawn="1"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10" name="White Mask">
            <a:extLst>
              <a:ext uri="{FF2B5EF4-FFF2-40B4-BE49-F238E27FC236}">
                <a16:creationId xmlns:a16="http://schemas.microsoft.com/office/drawing/2014/main" id="{97D0FA98-5EF4-92D8-19A9-0183DDAF6899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1797" y="995134"/>
            <a:ext cx="7014012" cy="4782281"/>
          </a:xfrm>
          <a:custGeom>
            <a:avLst/>
            <a:gdLst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4012 w 7014012"/>
              <a:gd name="connsiteY2" fmla="*/ 4782281 h 4782281"/>
              <a:gd name="connsiteX3" fmla="*/ 0 w 7014012"/>
              <a:gd name="connsiteY3" fmla="*/ 4782281 h 4782281"/>
              <a:gd name="connsiteX4" fmla="*/ 0 w 7014012"/>
              <a:gd name="connsiteY4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4012 w 7014012"/>
              <a:gd name="connsiteY2" fmla="*/ 478228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7014012 w 7014012"/>
              <a:gd name="connsiteY3" fmla="*/ 4782281 h 4782281"/>
              <a:gd name="connsiteX4" fmla="*/ 6197203 w 7014012"/>
              <a:gd name="connsiteY4" fmla="*/ 4781779 h 4782281"/>
              <a:gd name="connsiteX5" fmla="*/ 0 w 7014012"/>
              <a:gd name="connsiteY5" fmla="*/ 4782281 h 4782281"/>
              <a:gd name="connsiteX6" fmla="*/ 0 w 7014012"/>
              <a:gd name="connsiteY6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  <a:gd name="connsiteX0" fmla="*/ 0 w 7014012"/>
              <a:gd name="connsiteY0" fmla="*/ 0 h 4782281"/>
              <a:gd name="connsiteX1" fmla="*/ 7014012 w 7014012"/>
              <a:gd name="connsiteY1" fmla="*/ 0 h 4782281"/>
              <a:gd name="connsiteX2" fmla="*/ 7013972 w 7014012"/>
              <a:gd name="connsiteY2" fmla="*/ 3967391 h 4782281"/>
              <a:gd name="connsiteX3" fmla="*/ 6197203 w 7014012"/>
              <a:gd name="connsiteY3" fmla="*/ 4781779 h 4782281"/>
              <a:gd name="connsiteX4" fmla="*/ 0 w 7014012"/>
              <a:gd name="connsiteY4" fmla="*/ 4782281 h 4782281"/>
              <a:gd name="connsiteX5" fmla="*/ 0 w 7014012"/>
              <a:gd name="connsiteY5" fmla="*/ 0 h 4782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4012" h="4782281">
                <a:moveTo>
                  <a:pt x="0" y="0"/>
                </a:moveTo>
                <a:lnTo>
                  <a:pt x="7014012" y="0"/>
                </a:lnTo>
                <a:cubicBezTo>
                  <a:pt x="7013999" y="1322464"/>
                  <a:pt x="7013985" y="2644927"/>
                  <a:pt x="7013972" y="3967391"/>
                </a:cubicBezTo>
                <a:cubicBezTo>
                  <a:pt x="6239662" y="4745304"/>
                  <a:pt x="6992343" y="3988739"/>
                  <a:pt x="6197203" y="4781779"/>
                </a:cubicBezTo>
                <a:lnTo>
                  <a:pt x="0" y="4782281"/>
                </a:lnTo>
                <a:lnTo>
                  <a:pt x="0" y="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C43620F-E9E2-4FAE-5B99-5A8D607429D6}"/>
              </a:ext>
            </a:extLst>
          </p:cNvPr>
          <p:cNvGrpSpPr/>
          <p:nvPr userDrawn="1"/>
        </p:nvGrpSpPr>
        <p:grpSpPr>
          <a:xfrm>
            <a:off x="636588" y="634271"/>
            <a:ext cx="828250" cy="828000"/>
            <a:chOff x="288641" y="386799"/>
            <a:chExt cx="828250" cy="828000"/>
          </a:xfrm>
        </p:grpSpPr>
        <p:sp>
          <p:nvSpPr>
            <p:cNvPr id="18" name="Line orange H">
              <a:extLst>
                <a:ext uri="{FF2B5EF4-FFF2-40B4-BE49-F238E27FC236}">
                  <a16:creationId xmlns:a16="http://schemas.microsoft.com/office/drawing/2014/main" id="{316D352E-8B8A-ECD5-BF73-08F6EDDE52E9}"/>
                </a:ext>
              </a:extLst>
            </p:cNvPr>
            <p:cNvSpPr/>
            <p:nvPr userDrawn="1"/>
          </p:nvSpPr>
          <p:spPr>
            <a:xfrm>
              <a:off x="288891" y="387443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Line orange V">
              <a:extLst>
                <a:ext uri="{FF2B5EF4-FFF2-40B4-BE49-F238E27FC236}">
                  <a16:creationId xmlns:a16="http://schemas.microsoft.com/office/drawing/2014/main" id="{E3F71C8F-A353-793A-020F-579480101868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288641" y="386799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4E7B2CA5-4D04-FB1B-5F41-0ACE017797D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15659" y="3149600"/>
            <a:ext cx="2988000" cy="226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4328" y="2206171"/>
            <a:ext cx="2988000" cy="58057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4328" y="1431606"/>
            <a:ext cx="2988000" cy="73102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C0338ECA-4566-5F65-BE02-3D605EE7722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587E626F-7AE7-3642-9661-E21EA045CDB5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</a:t>
            </a:r>
            <a:b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</a:b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無断での使用・開示を禁じます。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F43FB422-611A-9ACF-8B53-1BA85B1B0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585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5076" userDrawn="1">
          <p15:clr>
            <a:srgbClr val="FBAE40"/>
          </p15:clr>
        </p15:guide>
        <p15:guide id="4" orient="horz" pos="364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aragraphs with 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2012CE8-6CBF-9FFF-C675-BA94E845E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334000"/>
            <a:ext cx="3226305" cy="1524000"/>
          </a:xfrm>
          <a:prstGeom prst="rect">
            <a:avLst/>
          </a:prstGeom>
        </p:spPr>
      </p:pic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8DF584DE-9E7E-E09B-5B09-D11690C517A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2">
            <a:extLst>
              <a:ext uri="{FF2B5EF4-FFF2-40B4-BE49-F238E27FC236}">
                <a16:creationId xmlns:a16="http://schemas.microsoft.com/office/drawing/2014/main" id="{1DC8C805-2EA2-808A-25A0-0EA26368E7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9766" y="2310265"/>
            <a:ext cx="5202634" cy="3738110"/>
          </a:xfrm>
          <a:prstGeom prst="accentCallout1">
            <a:avLst>
              <a:gd name="adj1" fmla="val 18750"/>
              <a:gd name="adj2" fmla="val -5587"/>
              <a:gd name="adj3" fmla="val 17457"/>
              <a:gd name="adj4" fmla="val -5562"/>
            </a:avLst>
          </a:prstGeom>
          <a:ln w="6350">
            <a:solidFill>
              <a:srgbClr val="FFB81C"/>
            </a:solidFill>
          </a:ln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416" y="2319790"/>
            <a:ext cx="5202634" cy="3738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0"/>
            <a:ext cx="883603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07"/>
            <a:ext cx="881346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7D75E647-5648-FD73-B31D-077D89ED30EA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3E458BDF-131D-31FF-2544-135D40AE894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0EDA8355-9AAF-6026-5322-EA0122DD7B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4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>
          <p15:clr>
            <a:srgbClr val="FBAE40"/>
          </p15:clr>
        </p15:guide>
        <p15:guide id="2" orient="horz" pos="34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3738539-C447-43FC-ADD6-9CBC988224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600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3738539-C447-43FC-ADD6-9CBC988224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6F33A6E-BA4B-9784-8707-511B450DB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788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F28D938-7266-7236-F2E9-AEC572E1DF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7656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14CA4D0-EB9A-2F0D-7ED0-088BEB173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7656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DA56B1-96B1-0084-4628-075428020A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7984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6B51B62-E970-1E9D-12D0-6E3D927D32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47984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5FDFF88-E2F0-836A-4D95-338C81274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4788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D52677DC-43CE-083B-FC81-07C8D9D7D0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788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35BAD40-CA4A-C0F7-1F94-0E983E8F1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7984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4288916-A7CB-2FAB-5A23-64A7C4F7C2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7984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7217F83-2BC6-504C-CACC-03105FB2CE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7656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5C07103-F668-4F0C-C6A7-FC67ECD32A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7656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B5C667D-6B35-B71C-CC7F-AC191E039F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5707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95B98DA-83D1-92CE-6010-97BCFC0AF9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5707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2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A8F5AF4-E808-5CF1-87B8-91C2D98CDE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3879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3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F2D7414-6355-5C93-198B-FF0D7F7AC9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3879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4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84050A09-44B6-F4B2-148D-FEC4ED9FC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3694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5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665BCA-9DC9-C9E2-9D51-E3E6DA8E12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3694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6</a:t>
            </a: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3B637FEC-62F8-7A7C-69C4-352BE46C8BC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1">
            <a:extLst>
              <a:ext uri="{FF2B5EF4-FFF2-40B4-BE49-F238E27FC236}">
                <a16:creationId xmlns:a16="http://schemas.microsoft.com/office/drawing/2014/main" id="{A81BEC33-F73E-E8BC-7697-36BEA3582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788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D380E873-2B9D-5F21-1A9E-4B87FE9D0106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A2799C40-0F2A-5937-2924-3F2885F09A7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5F06D864-AE8F-9389-99F3-8A4AC117209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209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AD0C716B-54C2-B025-200D-CAD291B316F0}"/>
              </a:ext>
            </a:extLst>
          </p:cNvPr>
          <p:cNvCxnSpPr>
            <a:cxnSpLocks/>
          </p:cNvCxnSpPr>
          <p:nvPr userDrawn="1"/>
        </p:nvCxnSpPr>
        <p:spPr>
          <a:xfrm>
            <a:off x="960309" y="2950883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675BD58A-DDF4-84DD-49D9-8D914CECF75C}"/>
              </a:ext>
            </a:extLst>
          </p:cNvPr>
          <p:cNvCxnSpPr>
            <a:cxnSpLocks/>
          </p:cNvCxnSpPr>
          <p:nvPr userDrawn="1"/>
        </p:nvCxnSpPr>
        <p:spPr>
          <a:xfrm>
            <a:off x="947609" y="2900083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s_Paraph_01">
            <a:extLst>
              <a:ext uri="{FF2B5EF4-FFF2-40B4-BE49-F238E27FC236}">
                <a16:creationId xmlns:a16="http://schemas.microsoft.com/office/drawing/2014/main" id="{6D74157A-F0B5-FC7E-14DB-D704F2BC5B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942" y="3213326"/>
            <a:ext cx="4608000" cy="27375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942" y="2229680"/>
            <a:ext cx="4608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942" y="1693847"/>
            <a:ext cx="4608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CD5862E9-8DCD-7714-36ED-401C73D8F379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A23C843E-9FD5-2F69-BE17-CCF26556F43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584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Small Text Boxes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357DB0-7038-0818-B549-4E4FE46DD12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790CD6AF-B699-E900-04DA-F0D20D67AFB0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69">
            <a:extLst>
              <a:ext uri="{FF2B5EF4-FFF2-40B4-BE49-F238E27FC236}">
                <a16:creationId xmlns:a16="http://schemas.microsoft.com/office/drawing/2014/main" id="{24216D02-482F-5469-D086-281683189A96}"/>
              </a:ext>
            </a:extLst>
          </p:cNvPr>
          <p:cNvCxnSpPr>
            <a:cxnSpLocks/>
          </p:cNvCxnSpPr>
          <p:nvPr userDrawn="1"/>
        </p:nvCxnSpPr>
        <p:spPr>
          <a:xfrm>
            <a:off x="911225" y="1989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C1A24C46-EB66-BBAA-A571-C1FA7114B95F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635E0E80-F9C5-D486-37DC-BEB45EACCDA0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1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x Small Text Boxes - Fu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F2357DB0-7038-0818-B549-4E4FE46DD12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1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n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07C9F7EC-5D4E-9D12-3826-4CBBEFF63537}"/>
              </a:ext>
            </a:extLst>
          </p:cNvPr>
          <p:cNvCxnSpPr>
            <a:cxnSpLocks/>
          </p:cNvCxnSpPr>
          <p:nvPr userDrawn="1"/>
        </p:nvCxnSpPr>
        <p:spPr>
          <a:xfrm>
            <a:off x="911225" y="19896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E070AEAC-44A3-5F3F-1811-E95AE39682D1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89E212C1-ACE8-E722-C23A-E2E37F828CF0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12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 with Tit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3556009-E845-8DCE-AC7E-886E62FC8295}"/>
              </a:ext>
            </a:extLst>
          </p:cNvPr>
          <p:cNvGrpSpPr/>
          <p:nvPr userDrawn="1"/>
        </p:nvGrpSpPr>
        <p:grpSpPr>
          <a:xfrm>
            <a:off x="990061" y="1144573"/>
            <a:ext cx="828250" cy="828000"/>
            <a:chOff x="990061" y="1144573"/>
            <a:chExt cx="828250" cy="828000"/>
          </a:xfrm>
        </p:grpSpPr>
        <p:sp>
          <p:nvSpPr>
            <p:cNvPr id="16" name="Line orange H">
              <a:extLst>
                <a:ext uri="{FF2B5EF4-FFF2-40B4-BE49-F238E27FC236}">
                  <a16:creationId xmlns:a16="http://schemas.microsoft.com/office/drawing/2014/main" id="{BA1C2E54-CA81-1836-941A-EB3A6182A9FF}"/>
                </a:ext>
              </a:extLst>
            </p:cNvPr>
            <p:cNvSpPr/>
            <p:nvPr userDrawn="1"/>
          </p:nvSpPr>
          <p:spPr>
            <a:xfrm>
              <a:off x="990311" y="1145217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Line orange V">
              <a:extLst>
                <a:ext uri="{FF2B5EF4-FFF2-40B4-BE49-F238E27FC236}">
                  <a16:creationId xmlns:a16="http://schemas.microsoft.com/office/drawing/2014/main" id="{7E871618-85F7-7254-9418-BC55F6A3F015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990061" y="1144573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7620"/>
            <a:ext cx="12192000" cy="686562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15240 h 6873240"/>
              <a:gd name="connsiteX1" fmla="*/ 594360 w 12192000"/>
              <a:gd name="connsiteY1" fmla="*/ 0 h 6873240"/>
              <a:gd name="connsiteX2" fmla="*/ 12192000 w 12192000"/>
              <a:gd name="connsiteY2" fmla="*/ 15240 h 6873240"/>
              <a:gd name="connsiteX3" fmla="*/ 12192000 w 12192000"/>
              <a:gd name="connsiteY3" fmla="*/ 6873240 h 6873240"/>
              <a:gd name="connsiteX4" fmla="*/ 0 w 12192000"/>
              <a:gd name="connsiteY4" fmla="*/ 6873240 h 6873240"/>
              <a:gd name="connsiteX5" fmla="*/ 0 w 12192000"/>
              <a:gd name="connsiteY5" fmla="*/ 15240 h 687324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12192000 w 12192000"/>
              <a:gd name="connsiteY2" fmla="*/ 7620 h 6865620"/>
              <a:gd name="connsiteX3" fmla="*/ 12192000 w 12192000"/>
              <a:gd name="connsiteY3" fmla="*/ 6865620 h 6865620"/>
              <a:gd name="connsiteX4" fmla="*/ 0 w 12192000"/>
              <a:gd name="connsiteY4" fmla="*/ 6865620 h 6865620"/>
              <a:gd name="connsiteX5" fmla="*/ 0 w 12192000"/>
              <a:gd name="connsiteY5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2080260 w 12192000"/>
              <a:gd name="connsiteY2" fmla="*/ 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33330 h 6891330"/>
              <a:gd name="connsiteX1" fmla="*/ 571500 w 12192000"/>
              <a:gd name="connsiteY1" fmla="*/ 25710 h 6891330"/>
              <a:gd name="connsiteX2" fmla="*/ 571500 w 12192000"/>
              <a:gd name="connsiteY2" fmla="*/ 5245410 h 6891330"/>
              <a:gd name="connsiteX3" fmla="*/ 3238500 w 12192000"/>
              <a:gd name="connsiteY3" fmla="*/ 4315770 h 6891330"/>
              <a:gd name="connsiteX4" fmla="*/ 12192000 w 12192000"/>
              <a:gd name="connsiteY4" fmla="*/ 33330 h 6891330"/>
              <a:gd name="connsiteX5" fmla="*/ 12192000 w 12192000"/>
              <a:gd name="connsiteY5" fmla="*/ 6891330 h 6891330"/>
              <a:gd name="connsiteX6" fmla="*/ 0 w 12192000"/>
              <a:gd name="connsiteY6" fmla="*/ 6891330 h 6891330"/>
              <a:gd name="connsiteX7" fmla="*/ 0 w 12192000"/>
              <a:gd name="connsiteY7" fmla="*/ 33330 h 6891330"/>
              <a:gd name="connsiteX0" fmla="*/ 0 w 12192000"/>
              <a:gd name="connsiteY0" fmla="*/ 27244 h 6885244"/>
              <a:gd name="connsiteX1" fmla="*/ 571500 w 12192000"/>
              <a:gd name="connsiteY1" fmla="*/ 19624 h 6885244"/>
              <a:gd name="connsiteX2" fmla="*/ 571500 w 12192000"/>
              <a:gd name="connsiteY2" fmla="*/ 5239324 h 6885244"/>
              <a:gd name="connsiteX3" fmla="*/ 3771900 w 12192000"/>
              <a:gd name="connsiteY3" fmla="*/ 5239324 h 6885244"/>
              <a:gd name="connsiteX4" fmla="*/ 12192000 w 12192000"/>
              <a:gd name="connsiteY4" fmla="*/ 27244 h 6885244"/>
              <a:gd name="connsiteX5" fmla="*/ 12192000 w 12192000"/>
              <a:gd name="connsiteY5" fmla="*/ 6885244 h 6885244"/>
              <a:gd name="connsiteX6" fmla="*/ 0 w 12192000"/>
              <a:gd name="connsiteY6" fmla="*/ 6885244 h 6885244"/>
              <a:gd name="connsiteX7" fmla="*/ 0 w 12192000"/>
              <a:gd name="connsiteY7" fmla="*/ 27244 h 6885244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19956 h 6877956"/>
              <a:gd name="connsiteX1" fmla="*/ 571500 w 12192000"/>
              <a:gd name="connsiteY1" fmla="*/ 12336 h 6877956"/>
              <a:gd name="connsiteX2" fmla="*/ 571500 w 12192000"/>
              <a:gd name="connsiteY2" fmla="*/ 5232036 h 6877956"/>
              <a:gd name="connsiteX3" fmla="*/ 3802856 w 12192000"/>
              <a:gd name="connsiteY3" fmla="*/ 5236799 h 6877956"/>
              <a:gd name="connsiteX4" fmla="*/ 4564856 w 12192000"/>
              <a:gd name="connsiteY4" fmla="*/ 4801506 h 6877956"/>
              <a:gd name="connsiteX5" fmla="*/ 12192000 w 12192000"/>
              <a:gd name="connsiteY5" fmla="*/ 19956 h 6877956"/>
              <a:gd name="connsiteX6" fmla="*/ 12192000 w 12192000"/>
              <a:gd name="connsiteY6" fmla="*/ 6877956 h 6877956"/>
              <a:gd name="connsiteX7" fmla="*/ 0 w 12192000"/>
              <a:gd name="connsiteY7" fmla="*/ 6877956 h 6877956"/>
              <a:gd name="connsiteX8" fmla="*/ 0 w 12192000"/>
              <a:gd name="connsiteY8" fmla="*/ 19956 h 6877956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1287 h 6879287"/>
              <a:gd name="connsiteX1" fmla="*/ 571500 w 12192000"/>
              <a:gd name="connsiteY1" fmla="*/ 13667 h 6879287"/>
              <a:gd name="connsiteX2" fmla="*/ 571500 w 12192000"/>
              <a:gd name="connsiteY2" fmla="*/ 5233367 h 6879287"/>
              <a:gd name="connsiteX3" fmla="*/ 3802856 w 12192000"/>
              <a:gd name="connsiteY3" fmla="*/ 5238130 h 6879287"/>
              <a:gd name="connsiteX4" fmla="*/ 4460081 w 12192000"/>
              <a:gd name="connsiteY4" fmla="*/ 4583762 h 6879287"/>
              <a:gd name="connsiteX5" fmla="*/ 12192000 w 12192000"/>
              <a:gd name="connsiteY5" fmla="*/ 21287 h 6879287"/>
              <a:gd name="connsiteX6" fmla="*/ 12192000 w 12192000"/>
              <a:gd name="connsiteY6" fmla="*/ 6879287 h 6879287"/>
              <a:gd name="connsiteX7" fmla="*/ 0 w 12192000"/>
              <a:gd name="connsiteY7" fmla="*/ 6879287 h 6879287"/>
              <a:gd name="connsiteX8" fmla="*/ 0 w 12192000"/>
              <a:gd name="connsiteY8" fmla="*/ 21287 h 6879287"/>
              <a:gd name="connsiteX0" fmla="*/ 0 w 12192000"/>
              <a:gd name="connsiteY0" fmla="*/ 117004 h 6975004"/>
              <a:gd name="connsiteX1" fmla="*/ 571500 w 12192000"/>
              <a:gd name="connsiteY1" fmla="*/ 109384 h 6975004"/>
              <a:gd name="connsiteX2" fmla="*/ 571500 w 12192000"/>
              <a:gd name="connsiteY2" fmla="*/ 5329084 h 6975004"/>
              <a:gd name="connsiteX3" fmla="*/ 3802856 w 12192000"/>
              <a:gd name="connsiteY3" fmla="*/ 5333847 h 6975004"/>
              <a:gd name="connsiteX4" fmla="*/ 4460081 w 12192000"/>
              <a:gd name="connsiteY4" fmla="*/ 4679479 h 6975004"/>
              <a:gd name="connsiteX5" fmla="*/ 6459523 w 12192000"/>
              <a:gd name="connsiteY5" fmla="*/ 2793092 h 6975004"/>
              <a:gd name="connsiteX6" fmla="*/ 12192000 w 12192000"/>
              <a:gd name="connsiteY6" fmla="*/ 117004 h 6975004"/>
              <a:gd name="connsiteX7" fmla="*/ 12192000 w 12192000"/>
              <a:gd name="connsiteY7" fmla="*/ 6975004 h 6975004"/>
              <a:gd name="connsiteX8" fmla="*/ 0 w 12192000"/>
              <a:gd name="connsiteY8" fmla="*/ 6975004 h 6975004"/>
              <a:gd name="connsiteX9" fmla="*/ 0 w 12192000"/>
              <a:gd name="connsiteY9" fmla="*/ 117004 h 6975004"/>
              <a:gd name="connsiteX0" fmla="*/ 0 w 12192000"/>
              <a:gd name="connsiteY0" fmla="*/ 513290 h 7371290"/>
              <a:gd name="connsiteX1" fmla="*/ 571500 w 12192000"/>
              <a:gd name="connsiteY1" fmla="*/ 505670 h 7371290"/>
              <a:gd name="connsiteX2" fmla="*/ 571500 w 12192000"/>
              <a:gd name="connsiteY2" fmla="*/ 5725370 h 7371290"/>
              <a:gd name="connsiteX3" fmla="*/ 3802856 w 12192000"/>
              <a:gd name="connsiteY3" fmla="*/ 5730133 h 7371290"/>
              <a:gd name="connsiteX4" fmla="*/ 4460081 w 12192000"/>
              <a:gd name="connsiteY4" fmla="*/ 5075765 h 7371290"/>
              <a:gd name="connsiteX5" fmla="*/ 4479721 w 12192000"/>
              <a:gd name="connsiteY5" fmla="*/ 580402 h 7371290"/>
              <a:gd name="connsiteX6" fmla="*/ 12192000 w 12192000"/>
              <a:gd name="connsiteY6" fmla="*/ 513290 h 7371290"/>
              <a:gd name="connsiteX7" fmla="*/ 12192000 w 12192000"/>
              <a:gd name="connsiteY7" fmla="*/ 7371290 h 7371290"/>
              <a:gd name="connsiteX8" fmla="*/ 0 w 12192000"/>
              <a:gd name="connsiteY8" fmla="*/ 7371290 h 7371290"/>
              <a:gd name="connsiteX9" fmla="*/ 0 w 12192000"/>
              <a:gd name="connsiteY9" fmla="*/ 513290 h 7371290"/>
              <a:gd name="connsiteX0" fmla="*/ 0 w 12192000"/>
              <a:gd name="connsiteY0" fmla="*/ 546556 h 7404556"/>
              <a:gd name="connsiteX1" fmla="*/ 571500 w 12192000"/>
              <a:gd name="connsiteY1" fmla="*/ 538936 h 7404556"/>
              <a:gd name="connsiteX2" fmla="*/ 571500 w 12192000"/>
              <a:gd name="connsiteY2" fmla="*/ 5758636 h 7404556"/>
              <a:gd name="connsiteX3" fmla="*/ 3802856 w 12192000"/>
              <a:gd name="connsiteY3" fmla="*/ 5763399 h 7404556"/>
              <a:gd name="connsiteX4" fmla="*/ 4460081 w 12192000"/>
              <a:gd name="connsiteY4" fmla="*/ 5109031 h 7404556"/>
              <a:gd name="connsiteX5" fmla="*/ 4455908 w 12192000"/>
              <a:gd name="connsiteY5" fmla="*/ 546993 h 7404556"/>
              <a:gd name="connsiteX6" fmla="*/ 12192000 w 12192000"/>
              <a:gd name="connsiteY6" fmla="*/ 546556 h 7404556"/>
              <a:gd name="connsiteX7" fmla="*/ 12192000 w 12192000"/>
              <a:gd name="connsiteY7" fmla="*/ 7404556 h 7404556"/>
              <a:gd name="connsiteX8" fmla="*/ 0 w 12192000"/>
              <a:gd name="connsiteY8" fmla="*/ 7404556 h 7404556"/>
              <a:gd name="connsiteX9" fmla="*/ 0 w 12192000"/>
              <a:gd name="connsiteY9" fmla="*/ 546556 h 7404556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09306 h 7167306"/>
              <a:gd name="connsiteX1" fmla="*/ 571500 w 12192000"/>
              <a:gd name="connsiteY1" fmla="*/ 301686 h 7167306"/>
              <a:gd name="connsiteX2" fmla="*/ 571500 w 12192000"/>
              <a:gd name="connsiteY2" fmla="*/ 5521386 h 7167306"/>
              <a:gd name="connsiteX3" fmla="*/ 3802856 w 12192000"/>
              <a:gd name="connsiteY3" fmla="*/ 5526149 h 7167306"/>
              <a:gd name="connsiteX4" fmla="*/ 4460081 w 12192000"/>
              <a:gd name="connsiteY4" fmla="*/ 4871781 h 7167306"/>
              <a:gd name="connsiteX5" fmla="*/ 4455908 w 12192000"/>
              <a:gd name="connsiteY5" fmla="*/ 309743 h 7167306"/>
              <a:gd name="connsiteX6" fmla="*/ 12192000 w 12192000"/>
              <a:gd name="connsiteY6" fmla="*/ 309306 h 7167306"/>
              <a:gd name="connsiteX7" fmla="*/ 12192000 w 12192000"/>
              <a:gd name="connsiteY7" fmla="*/ 7167306 h 7167306"/>
              <a:gd name="connsiteX8" fmla="*/ 0 w 12192000"/>
              <a:gd name="connsiteY8" fmla="*/ 7167306 h 7167306"/>
              <a:gd name="connsiteX9" fmla="*/ 0 w 12192000"/>
              <a:gd name="connsiteY9" fmla="*/ 309306 h 7167306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3802856 w 12192000"/>
              <a:gd name="connsiteY3" fmla="*/ 5224463 h 6865620"/>
              <a:gd name="connsiteX4" fmla="*/ 4460081 w 12192000"/>
              <a:gd name="connsiteY4" fmla="*/ 4570095 h 6865620"/>
              <a:gd name="connsiteX5" fmla="*/ 4455908 w 12192000"/>
              <a:gd name="connsiteY5" fmla="*/ 8057 h 6865620"/>
              <a:gd name="connsiteX6" fmla="*/ 12192000 w 12192000"/>
              <a:gd name="connsiteY6" fmla="*/ 7620 h 6865620"/>
              <a:gd name="connsiteX7" fmla="*/ 12192000 w 12192000"/>
              <a:gd name="connsiteY7" fmla="*/ 6865620 h 6865620"/>
              <a:gd name="connsiteX8" fmla="*/ 0 w 12192000"/>
              <a:gd name="connsiteY8" fmla="*/ 6865620 h 6865620"/>
              <a:gd name="connsiteX9" fmla="*/ 0 w 12192000"/>
              <a:gd name="connsiteY9" fmla="*/ 7620 h 686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65620">
                <a:moveTo>
                  <a:pt x="0" y="7620"/>
                </a:moveTo>
                <a:lnTo>
                  <a:pt x="571500" y="0"/>
                </a:lnTo>
                <a:lnTo>
                  <a:pt x="571500" y="5219700"/>
                </a:lnTo>
                <a:lnTo>
                  <a:pt x="3802856" y="5224463"/>
                </a:lnTo>
                <a:cubicBezTo>
                  <a:pt x="4037409" y="4995545"/>
                  <a:pt x="4259658" y="4770438"/>
                  <a:pt x="4460081" y="4570095"/>
                </a:cubicBezTo>
                <a:cubicBezTo>
                  <a:pt x="4457565" y="3479886"/>
                  <a:pt x="4460273" y="911345"/>
                  <a:pt x="4455908" y="8057"/>
                </a:cubicBezTo>
                <a:lnTo>
                  <a:pt x="12192000" y="7620"/>
                </a:lnTo>
                <a:lnTo>
                  <a:pt x="12192000" y="6865620"/>
                </a:lnTo>
                <a:lnTo>
                  <a:pt x="0" y="6865620"/>
                </a:lnTo>
                <a:lnTo>
                  <a:pt x="0" y="7620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5755" y="2665008"/>
            <a:ext cx="2844000" cy="14534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5755" y="1808048"/>
            <a:ext cx="28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593E00B4-BFE5-4B5A-9419-9945EC32B716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06E0DDAC-293D-84FB-9B1C-B21F567D934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87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Text Boxes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B6C2BEF-2127-0D80-6FF0-378F09BC9D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570067" y="4162424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9" name="Picture Placeholder 41">
            <a:extLst>
              <a:ext uri="{FF2B5EF4-FFF2-40B4-BE49-F238E27FC236}">
                <a16:creationId xmlns:a16="http://schemas.microsoft.com/office/drawing/2014/main" id="{651324DF-34D5-1EF2-0CD7-DECD3D0A58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7267" y="2214365"/>
            <a:ext cx="2484000" cy="1960563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486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48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2486"/>
                </a:moveTo>
                <a:lnTo>
                  <a:pt x="200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2486"/>
                </a:lnTo>
                <a:close/>
              </a:path>
            </a:pathLst>
          </a:cu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D6CFA94-8315-B90D-BAFB-CBA2F0CC73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9592" y="4240725"/>
            <a:ext cx="24912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881488C-62CD-97C9-60FD-F9D6C9CC892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3432335" y="4162423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6" name="Picture Placeholder 41">
            <a:extLst>
              <a:ext uri="{FF2B5EF4-FFF2-40B4-BE49-F238E27FC236}">
                <a16:creationId xmlns:a16="http://schemas.microsoft.com/office/drawing/2014/main" id="{DFDC92CD-C392-1FD4-F27E-815F664380E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39535" y="2214364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C158372-5D82-D8E4-D9D8-5DA3715EC5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4186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DE8B600-D520-3FFA-45A5-7865DF8F01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279987" y="4162424"/>
            <a:ext cx="2491200" cy="1666876"/>
          </a:xfrm>
          <a:prstGeom prst="rect">
            <a:avLst/>
          </a:pr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9" name="Picture Placeholder 41">
            <a:extLst>
              <a:ext uri="{FF2B5EF4-FFF2-40B4-BE49-F238E27FC236}">
                <a16:creationId xmlns:a16="http://schemas.microsoft.com/office/drawing/2014/main" id="{34F234C7-13F8-E16C-87A5-3692FAC9108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7187" y="2214365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5B94A8B-D84F-7BBA-89B9-A154378C2B4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9512" y="4240725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E01F0A1-CFF0-3164-F8F8-36C17DF02E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9142255" y="4162423"/>
            <a:ext cx="2491200" cy="1669966"/>
          </a:xfrm>
          <a:custGeom>
            <a:avLst/>
            <a:gdLst>
              <a:gd name="connsiteX0" fmla="*/ 0 w 2491200"/>
              <a:gd name="connsiteY0" fmla="*/ 0 h 1666876"/>
              <a:gd name="connsiteX1" fmla="*/ 2491200 w 2491200"/>
              <a:gd name="connsiteY1" fmla="*/ 0 h 1666876"/>
              <a:gd name="connsiteX2" fmla="*/ 2491200 w 2491200"/>
              <a:gd name="connsiteY2" fmla="*/ 1666876 h 1666876"/>
              <a:gd name="connsiteX3" fmla="*/ 0 w 2491200"/>
              <a:gd name="connsiteY3" fmla="*/ 1666876 h 1666876"/>
              <a:gd name="connsiteX4" fmla="*/ 0 w 2491200"/>
              <a:gd name="connsiteY4" fmla="*/ 0 h 166687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9866 w 2491200"/>
              <a:gd name="connsiteY5" fmla="*/ 1142745 h 1669966"/>
              <a:gd name="connsiteX6" fmla="*/ 0 w 2491200"/>
              <a:gd name="connsiteY6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42745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85608 h 1669966"/>
              <a:gd name="connsiteX5" fmla="*/ 0 w 2491200"/>
              <a:gd name="connsiteY5" fmla="*/ 0 h 16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1200" h="1669966">
                <a:moveTo>
                  <a:pt x="0" y="0"/>
                </a:moveTo>
                <a:lnTo>
                  <a:pt x="2491200" y="0"/>
                </a:lnTo>
                <a:lnTo>
                  <a:pt x="2491200" y="1666876"/>
                </a:lnTo>
                <a:lnTo>
                  <a:pt x="494740" y="1669966"/>
                </a:lnTo>
                <a:lnTo>
                  <a:pt x="9866" y="1185608"/>
                </a:lnTo>
                <a:cubicBezTo>
                  <a:pt x="6577" y="804693"/>
                  <a:pt x="3289" y="380915"/>
                  <a:pt x="0" y="0"/>
                </a:cubicBezTo>
                <a:close/>
              </a:path>
            </a:pathLst>
          </a:custGeom>
          <a:solidFill>
            <a:srgbClr val="001F33"/>
          </a:solidFill>
          <a:ln w="6350">
            <a:noFill/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22" name="Picture Placeholder 41">
            <a:extLst>
              <a:ext uri="{FF2B5EF4-FFF2-40B4-BE49-F238E27FC236}">
                <a16:creationId xmlns:a16="http://schemas.microsoft.com/office/drawing/2014/main" id="{D579B544-ECB9-F5DD-A514-5859370103F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9455" y="2214364"/>
            <a:ext cx="2484000" cy="1960563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DAB3660-51B6-4429-90EF-C6481D865F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5178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D1F9E0E6-DE32-825D-0789-49F5724D8F3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s_SubTitle">
            <a:extLst>
              <a:ext uri="{FF2B5EF4-FFF2-40B4-BE49-F238E27FC236}">
                <a16:creationId xmlns:a16="http://schemas.microsoft.com/office/drawing/2014/main" id="{3BE5FA62-62A5-3338-A6C7-6F8E065E35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2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4" name="Res_Title_01">
            <a:extLst>
              <a:ext uri="{FF2B5EF4-FFF2-40B4-BE49-F238E27FC236}">
                <a16:creationId xmlns:a16="http://schemas.microsoft.com/office/drawing/2014/main" id="{808C4719-C0D2-1098-5EBB-79186D313B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09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BBF5E555-92F9-FEDE-381E-678DBE907FDB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983A885B-4792-3B58-79CD-AE1A539BFAB8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51767FD-C892-D7FE-F105-085AA4A70E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9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Picture with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1">
            <a:extLst>
              <a:ext uri="{FF2B5EF4-FFF2-40B4-BE49-F238E27FC236}">
                <a16:creationId xmlns:a16="http://schemas.microsoft.com/office/drawing/2014/main" id="{4DEDFA53-CA03-C79D-E904-70CE837F2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56124" y="1812925"/>
            <a:ext cx="3122878" cy="2847975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5 w 10000"/>
              <a:gd name="connsiteY0" fmla="*/ 1662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  <a:gd name="connsiteX0" fmla="*/ 35 w 10000"/>
              <a:gd name="connsiteY0" fmla="*/ 1662 h 10000"/>
              <a:gd name="connsiteX1" fmla="*/ 1546 w 10000"/>
              <a:gd name="connsiteY1" fmla="*/ 1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35" y="1662"/>
                </a:moveTo>
                <a:lnTo>
                  <a:pt x="1546" y="13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12" y="7221"/>
                  <a:pt x="23" y="4441"/>
                  <a:pt x="35" y="1662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on the icon to add a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2F5EFA-6874-BAAF-7BBE-E793944991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4238" y="18120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C1FB1E4-97E8-A01B-D312-3A90A3D851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8" y="2108199"/>
            <a:ext cx="3132000" cy="9144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D10F501-BAB1-8FAA-0D55-88E1516E50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4238" y="33106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FCA66A1-69E9-7F65-69D5-2154839387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4238" y="3611033"/>
            <a:ext cx="3132000" cy="9101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7B98E9-9978-090D-C7C1-B9D2A0CC1B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4238" y="48986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4ABD1F6-D9E0-1955-A23E-1C656380C5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4238" y="5170139"/>
            <a:ext cx="3132000" cy="9389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2D662A7-9738-687F-4C72-81FD567452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3238" y="18247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176958E1-FBAE-8979-8397-D4BA7E83CC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3238" y="2133601"/>
            <a:ext cx="3132000" cy="901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4D17AF5A-E391-6417-769A-F0C2C99BD73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23238" y="33233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0387B948-6216-0931-6537-25462FC2347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3238" y="3629025"/>
            <a:ext cx="3132000" cy="9048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BEC8039-D2C0-702C-C76A-FD7B7FDDB4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32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D92D1-47C6-C88B-1AC2-A8F74B4D86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232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4CF61BD-28B0-389D-769B-F163F3530C0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418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 b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CD18A7D-40E8-3C7B-9CAD-A9776DC342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418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897DD202-07B8-E761-BE34-59F9D18EE320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5E9352FC-9A53-0FA1-4189-C9CB6AC95863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45882B97-4BDF-CF12-5AB0-535645CFC289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FA57A244-10A4-F99A-FF74-5A2BE25D01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15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Content with 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20626EE-717B-BE5D-780E-A43D8B752C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37000"/>
            <a:ext cx="6183751" cy="2921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4D302BE-8254-DB3C-AF2E-5899B65544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1200" y="0"/>
            <a:ext cx="5130800" cy="3169780"/>
          </a:xfrm>
          <a:prstGeom prst="rect">
            <a:avLst/>
          </a:prstGeom>
        </p:spPr>
      </p:pic>
      <p:pic>
        <p:nvPicPr>
          <p:cNvPr id="3" name="Image 2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FCBA6C0B-8040-214E-435B-0864A5CC234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492" y="1845268"/>
            <a:ext cx="649871" cy="456050"/>
          </a:xfrm>
          <a:prstGeom prst="rect">
            <a:avLst/>
          </a:prstGeom>
        </p:spPr>
      </p:pic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82354831-0FF6-0095-E27A-A6E909B375F3}"/>
              </a:ext>
            </a:extLst>
          </p:cNvPr>
          <p:cNvCxnSpPr>
            <a:cxnSpLocks/>
          </p:cNvCxnSpPr>
          <p:nvPr userDrawn="1"/>
        </p:nvCxnSpPr>
        <p:spPr>
          <a:xfrm>
            <a:off x="3440924" y="4093855"/>
            <a:ext cx="162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7844AC91-4401-F597-8BEF-720585AEF43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ignatur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2000" y="4251276"/>
            <a:ext cx="3695700" cy="6610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add the signature </a:t>
            </a: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2000" y="2478540"/>
            <a:ext cx="5328000" cy="1343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defRPr sz="1400" b="1">
                <a:solidFill>
                  <a:srgbClr val="4D4D4D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quote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670D7CB1-1A4B-55AB-3667-91775256A7B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5DB76ED1-A1A8-4FF2-E6E6-A7AC0E0AFA6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E19276A-4034-B91E-A035-8B5FA820D86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23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7AFBF937-D9BC-CCA7-85F6-9658C09F315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1E3ED7E8-6D4F-EFB1-C256-AC7E081F79FF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E67CDC09-5BDE-7B5D-D062-E89371D89157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0DC6CF6D-9961-3FA1-2FB9-1833233B48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24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mesch on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C7F7DC7-4AE0-32E8-3716-9F245CF361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37000"/>
            <a:ext cx="6183751" cy="2921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8681DCD-92EB-18AE-5C58-63DE927AB6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1200" y="0"/>
            <a:ext cx="5130800" cy="3169780"/>
          </a:xfrm>
          <a:prstGeom prst="rect">
            <a:avLst/>
          </a:prstGeom>
        </p:spPr>
      </p:pic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5AD65D8B-B29F-C57B-D01F-03C049BBE78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B1E02491-E537-ED41-2A3E-49C0BF2F405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E1C4C718-BABD-3D2A-23A2-7D39168ACA4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D812CAE5-6D2F-E098-74BE-9A9E4A3CB5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670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e Me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2E7667E-AE62-138B-1446-F619449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4392386"/>
            <a:ext cx="5219700" cy="2465614"/>
          </a:xfrm>
          <a:prstGeom prst="rect">
            <a:avLst/>
          </a:prstGeom>
        </p:spPr>
      </p:pic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09CF480F-05CA-B1BC-C8E3-D439392E1F8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8B6FBACF-8A55-0780-4BCB-2F36C9448592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96E152D4-B259-DB8F-84E5-314FABEC7D72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DA84391E-0004-8D0F-C8E4-1E853EEE2E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108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47986B04-5620-B742-7733-293D587C555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13E2D2E3-547B-8502-B36D-C96D6D5D413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96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y questions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7F3D148-270F-51C6-A290-DC9E1E631D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63101" y="1268360"/>
            <a:ext cx="10728899" cy="558963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001838"/>
            <a:ext cx="2669568" cy="163890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b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17962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D887DBBB-5607-3814-62A2-FDD83EEA523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6F14B78C-948F-710F-9E43-FAFE7E2FBBA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B475B39D-1506-775E-9BD6-C51301950E75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F64EE889-AFE1-FFC5-C476-C2ED022A36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14336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 an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6885CB5-1787-074E-47D5-8AF4417A1C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63101" y="1268360"/>
            <a:ext cx="10728899" cy="5589639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624138"/>
            <a:ext cx="1440065" cy="84214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21772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7749CA1E-53E5-82BF-15C2-4451BF91566E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53F6DC0E-43DB-E917-D043-F03CB856380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0D6F6F6A-910F-84EE-E4C1-2C198F8564C2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5E682588-EFD5-B594-A347-FDFDAB642F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1080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5079B88-55B6-F7B6-99FB-A9E1633A6A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91"/>
          <a:stretch/>
        </p:blipFill>
        <p:spPr>
          <a:xfrm>
            <a:off x="697" y="4057854"/>
            <a:ext cx="12191303" cy="2800146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C4E7BB6-1735-D6F9-FE79-79B94C5CA932}"/>
              </a:ext>
            </a:extLst>
          </p:cNvPr>
          <p:cNvSpPr txBox="1"/>
          <p:nvPr userDrawn="1"/>
        </p:nvSpPr>
        <p:spPr bwMode="gray">
          <a:xfrm>
            <a:off x="4381500" y="2865438"/>
            <a:ext cx="3441700" cy="86016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Line_Bottom">
            <a:extLst>
              <a:ext uri="{FF2B5EF4-FFF2-40B4-BE49-F238E27FC236}">
                <a16:creationId xmlns:a16="http://schemas.microsoft.com/office/drawing/2014/main" id="{A0873263-EFEE-D712-DC52-9FA33F6EC16F}"/>
              </a:ext>
            </a:extLst>
          </p:cNvPr>
          <p:cNvSpPr/>
          <p:nvPr userDrawn="1"/>
        </p:nvSpPr>
        <p:spPr>
          <a:xfrm>
            <a:off x="4806350" y="3771685"/>
            <a:ext cx="2592000" cy="108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04ECC8F1-0E78-EABF-E73A-0266DC7C03E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C226CFF9-F526-22FA-4A13-A20A5AA4504C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C9316E91-A1AE-E484-6C5A-DA8EEF85BB6C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D2DB961E-1E30-DA56-485A-714C57C39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5980" y="243560"/>
            <a:ext cx="2029968" cy="6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694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77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ith Vo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E89634-2260-1E88-98C8-07272BCC05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391"/>
          <a:stretch/>
        </p:blipFill>
        <p:spPr>
          <a:xfrm>
            <a:off x="697" y="4057854"/>
            <a:ext cx="12191303" cy="2800146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EA1096F-A293-BE4D-A265-A681C3EA2179}"/>
              </a:ext>
            </a:extLst>
          </p:cNvPr>
          <p:cNvGrpSpPr/>
          <p:nvPr userDrawn="1"/>
        </p:nvGrpSpPr>
        <p:grpSpPr>
          <a:xfrm>
            <a:off x="4347330" y="5007768"/>
            <a:ext cx="3497341" cy="477776"/>
            <a:chOff x="4309206" y="5007768"/>
            <a:chExt cx="3497341" cy="477776"/>
          </a:xfrm>
        </p:grpSpPr>
        <p:pic>
          <p:nvPicPr>
            <p:cNvPr id="25" name="Logo The Adecco Group" descr="Une image contenant Police, Graphique, blanc, graphisme&#10;&#10;Description générée automatiquement">
              <a:extLst>
                <a:ext uri="{FF2B5EF4-FFF2-40B4-BE49-F238E27FC236}">
                  <a16:creationId xmlns:a16="http://schemas.microsoft.com/office/drawing/2014/main" id="{6241775C-A147-AD0C-663F-21B26FCFBB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9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8279" y="5007768"/>
              <a:ext cx="2068268" cy="477776"/>
            </a:xfrm>
            <a:prstGeom prst="rect">
              <a:avLst/>
            </a:prstGeom>
          </p:spPr>
        </p:pic>
        <p:pic>
          <p:nvPicPr>
            <p:cNvPr id="26" name="IMG_Akkodis is part">
              <a:extLst>
                <a:ext uri="{FF2B5EF4-FFF2-40B4-BE49-F238E27FC236}">
                  <a16:creationId xmlns:a16="http://schemas.microsoft.com/office/drawing/2014/main" id="{1084AFB9-696C-427C-653B-F39DF2C3DA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lum bright="-9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09206" y="5115878"/>
              <a:ext cx="1482852" cy="350520"/>
            </a:xfrm>
            <a:prstGeom prst="rect">
              <a:avLst/>
            </a:prstGeom>
          </p:spPr>
        </p:pic>
      </p:grpSp>
      <p:pic>
        <p:nvPicPr>
          <p:cNvPr id="27" name="図 26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B8A881F6-C91F-068E-FCAB-2363BE99C4B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52" y="3188665"/>
            <a:ext cx="3968496" cy="50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2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94" userDrawn="1">
          <p15:clr>
            <a:srgbClr val="FBAE40"/>
          </p15:clr>
        </p15:guide>
        <p15:guide id="2" pos="3612" userDrawn="1">
          <p15:clr>
            <a:srgbClr val="FBAE40"/>
          </p15:clr>
        </p15:guide>
        <p15:guide id="3" pos="2586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theme" Target="../theme/theme3.xml"/><Relationship Id="rId22" Type="http://schemas.openxmlformats.org/officeDocument/2006/relationships/tags" Target="../tags/tag2.xml"/><Relationship Id="rId23" Type="http://schemas.openxmlformats.org/officeDocument/2006/relationships/tags" Target="../tags/tag3.xml"/><Relationship Id="rId24" Type="http://schemas.openxmlformats.org/officeDocument/2006/relationships/tags" Target="../tags/tag4.xml"/><Relationship Id="rId25" Type="http://schemas.openxmlformats.org/officeDocument/2006/relationships/tags" Target="../tags/tag5.xml"/><Relationship Id="rId26" Type="http://schemas.openxmlformats.org/officeDocument/2006/relationships/tags" Target="../tags/tag6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5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81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02" r:id="rId2"/>
    <p:sldLayoutId id="2147483901" r:id="rId3"/>
    <p:sldLayoutId id="2147483975" r:id="rId4"/>
  </p:sldLayoutIdLst>
  <p:txStyles>
    <p:titleStyle>
      <a:lvl1pPr marL="0" indent="0" algn="l" defTabSz="914354" rtl="0" eaLnBrk="1" latinLnBrk="0" hangingPunct="1">
        <a:lnSpc>
          <a:spcPts val="4400"/>
        </a:lnSpc>
        <a:spcBef>
          <a:spcPts val="0"/>
        </a:spcBef>
        <a:buFont typeface="Arial" panose="020B0604020202020204" pitchFamily="34" charset="0"/>
        <a:buNone/>
        <a:defRPr lang="en-US" sz="3600" kern="1200" baseline="0" dirty="0">
          <a:solidFill>
            <a:schemeClr val="bg1"/>
          </a:solidFill>
          <a:latin typeface="Times New Roman" panose="02020603050405020304" pitchFamily="18" charset="0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1600" kern="1200" dirty="0">
          <a:solidFill>
            <a:srgbClr val="FFB8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2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62" userDrawn="1">
          <p15:clr>
            <a:srgbClr val="F26B43"/>
          </p15:clr>
        </p15:guide>
        <p15:guide id="4" orient="horz" pos="3384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90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11" r:id="rId3"/>
    <p:sldLayoutId id="2147483907" r:id="rId4"/>
    <p:sldLayoutId id="214748391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160" userDrawn="1">
          <p15:clr>
            <a:srgbClr val="F26B43"/>
          </p15:clr>
        </p15:guide>
        <p15:guide id="6" pos="272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orient="horz" pos="4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B59AD70-58C8-473B-BF92-3326255EE0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236122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95" imgH="394" progId="TCLayout.ActiveDocument.1">
                  <p:embed/>
                </p:oleObj>
              </mc:Choice>
              <mc:Fallback>
                <p:oleObj name="think-cell Slide" r:id="rId27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B59AD70-58C8-473B-BF92-3326255EE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>
            <p:custDataLst>
              <p:tags r:id="rId24"/>
            </p:custDataLst>
          </p:nvPr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GB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212D2D204372656174656420627920526567696F6E616C2067726170686963735F4F66666963653A20424F535F31322E32312E323032315F434F52453B2041435320757064617465733A204164646564206164646974696F6E616C20636C69656E7420636F6C6F72732E2041646A7573746564206D617267696E732E20416464656420646973636C61696D657220616E6420647261667420737469636B65722062757420736D616C6C2E204368616E67656420666F6E742073697A65206F66207461676C696E6520616E642073747265746368656420746F206D617267696E732E20202020202020496E737472756374696F6E7320666F7220746865203C74656D706C6174653E207461673A4B656570202276657273696F6E2220616E6420227479706522206F7074696F6E7320756E6368616E6765642E53657420226E616D6522206F7074696F6E20746F2074686520636C69656E74206E616D6520746861742073686F756C6420617070656172206F6E2074686520636C69656E7420636F6C6F722073656374696F6E2E2053657420227061676553697A652220746F207468652070617065722073697A6520796F75206172652073657474696E67207468697320736C696465206D6173746572207570206F6E2E2056616C69642076616C756573206172653A20227769646573637265656E222028776869636820657175616C732031363A39292C2022345F33222C202261342220616E6420226C6574746572222E204F627365727665206361706974616C697A6174696F6E21202D2D3E0D0A20203C74656D706C6174652076657273696F6E3D22322E332E342220747970653D22756E6272616E64656422206E616D653D225A3552455F31362E3922207061676553697A653D227769646573637265656E223E0D0A202020203C212D2D20496E737472756374696F6E7320666F72203C73657474696E67733E207461673A496E2065616368207375622D74616720736574207468652068657820636F6465206F66207468652052474220636F6C6F7220796F75207769736820746F2075736520666F7220746865207374616E6461726420656C656D656E7473207768656E2074686579206172652063726561746564206F6E207468697320736C696465206D61737465722E4966207468652076616C7565206973206D697373696E67206F7220696E76616C69642C2064656661756C7420636F6C6F72732077696C6C20626520757365642E202D2D3E0D0A202020203C73657474696E67733E0D0A2020202020203C72756E6E696E674167656E64614261636B436F6C6F724C6566743E233238343435363C2F72756E6E696E674167656E64614261636B436F6C6F724C6566743E0D0A2020202020203C72756E6E696E674167656E64614261636B436F6C6F7252696768743E233731383439303C2F72756E6E696E674167656E64614261636B436F6C6F7252696768743E0D0A2020202020203C72756E6E696E674167656E646154657874436F6C6F724C6566743E234646464646463C2F72756E6E696E674167656E646154657874436F6C6F724C6566743E0D0A2020202020203C72756E6E696E674167656E646154657874436F6C6F7252696768743E234646464646463C2F72756E6E696E674167656E646154657874436F6C6F7252696768743E0D0A2020202020203C636F6C756D6E4865616465724C696E65436F6C6F723E233030303030303C2F636F6C756D6E4865616465724C696E65436F6C6F723E0D0A2020202020203C636F6C756D6E48656164657254657874436F6C6F723E233030303030303C2F636F6C756D6E48656164657254657874436F6C6F723E0D0A2020202020203C726F774865616465724C696E65436F6C6F723E233030303030303C2F726F774865616465724C696E65436F6C6F723E0D0A2020202020203C726F7748656164657254657874436F6C6F723E233030303030303C2F726F7748656164657254657874436F6C6F723E0D0A2020202020203C636F6E636C7573696F6E4172726F774C696E65436F6C6F723E233239343435373C2F636F6E636C7573696F6E4172726F774C696E65436F6C6F723E0D0A2020202020203C636F6E636C7573696F6E4172726F7754657874436F6C6F723E233239343435373C2F636F6E636C7573696F6E4172726F7754657874436F6C6F723E0D0A2020202020203C70657263656E74616765436972636C6546756C6C436972636C65436F6C6F723E234234423741433C2F70657263656E74616765436972636C6546756C6C436972636C65436F6C6F723E0D0A2020202020203C70657263656E74616765436972636C6554657874486967686C69676874436F6C6F723E234639444130303C2F70657263656E74616765436972636C6554657874486967686C69676874436F6C6F723E0D0A2020202020203C737461747573537469636B6572436F6C6F723E233030303030303C2F737461747573537469636B6572436F6C6F723E0D0A2020202020203C63616C6C6F75744261636B436F6C6F723E234646464646463C2F63616C6C6F75744261636B436F6C6F723E0D0A2020202020203C63616C6C6F7574546578744C696E65436F6C6F723E233238343435363C2F63616C6C6F7574546578744C696E65436F6C6F723E0D0A2020202020203C6E756D626572427562626C654261636B436F6C6F723E234646464646463C2F6E756D626572427562626C654261636B436F6C6F723E0D0A2020202020203C6E756D626572427562626C65546578744C696E65436F6C6F723E233238343435363C2F6E756D626572427562626C65546578744C696E65436F6C6F723E0D0A2020202020203C76616C7565436861696E546578744C696E65436F6C6F723E233030303030303C2F76616C7565436861696E546578744C696E65436F6C6F723E0D0A2020202020203C6167656E6461486967686C69676874436F6C6F723E234639444130303C2F6167656E6461486967686C69676874436F6C6F723E0D0A2020202020203C73657175656E63654172726F7746696C6C436F6C6F723E234639444130303C2F73657175656E63654172726F7746696C6C436F6C6F723E0D0A2020202020203C212D2D20546865203C7461626C65416363656E744E756D6265723E20646566696E6573207768696368207461626C65206C61796F75742066726F6D2074686520224C69676874205374796C6520312220726F772073686F756C64206265206170706C69656420666F72206E65776C792063726561746564207461626C65732E2056616C69642076616C7565732061726520302C20312C20322C20332C20342C20352C20616E642036202D20726570726573656E74696E6720746865206C61796F757473206F6E20746865205461626C65204C61796F7574732064726F702D646F776E2066726F6D206C65667420746F2072696768742E2054686520686967686C6967687420636F6C6F7273207573656420696E2074686F7365207461626C65206C61796F757473206C696E6B20746F20746865205468656D6520636F6C6F722070616C657474652C20746865792063616E6E6F742062652073706563696669656420686572652E202D2D3E0D0A2020202020203C7461626C65416363656E744E756D6265723E313C2F7461626C65416363656E744E756D6265723E0D0A2020202020203C212D2D20546865203C6E6F746573466F6E7453697A653E207461672064657465726D696E6573207768617420666F6E742073697A652073686F756C64206265206170706C69656420746F206E65776C792063726561746564206E6F7465732F736F7572636520626F7865732E2056616C69642076616C7565732061726520696E7465676572206E756D626572732E20496620746865206F7074696F6E206973206E6F742070726573656E74206F72206E6F742076616C69642C207468652064656661756C7420697320757365642E202D2D3E0D0A2020202020203C6E6F746573466F6E7453697A653E383C2F6E6F746573466F6E7453697A653E0D0A2020202020203C6E6F74657354657874436F6C6F723E233030303030303C2F6E6F74657354657874436F6C6F723E0D0A2020202020203C212D2D20546865203C737461747573537469636B657252756E6E696E674167656E6461466F6E7453697A653E207461672064657465726D696E6573207768617420666F6E742073697A652073686F756C64206265206170706C69656420746F206E65776C7920637265617465642073746174757320737469636B65727320616E642072756E6E696E67206167656E6461732E2056616C69642076616C7565732061726520696E7465676572206E756D626572732E20496620746865206F7074696F6E206973206E6F742070726573656E74206F72206E6F742076616C69642C207468652064656661756C7420697320757365642E202D2D3E0D0A2020202020203C737461747573537469636B657252756E6E696E674167656E6461466F6E7453697A653E31323C2F737461747573537469636B657252756E6E696E674167656E6461466F6E7453697A653E0D0A2020202020203C212D2D20546865203C636F6C756D6E53706163696E673E207461672064657465726D696E657320746865207769647468206F66207468652073706163696E67206265747765656E20636F6C756D6E7320696E2070742E56616C69642076616C7565732061726520696E7465676572206E756D626572732C206D696E2E2032382C206D61782E20383520287E312D33636D292E20496620746865206F7074696F6E206973206E6F742070726573656E74206F72206E6F742076616C69642C207468652064656661756C7420697320757365642E202D2D3E0D0A2020202020203C636F6C756D6E53706163696E673E34323C2F636F6C756D6E53706163696E673E0D0A202020203C2F73657474696E67733E0D0A202020203C212D2D20496E737472756374696F6E7320666F72203C636F6C6F72733E207461673A55736520616E79206E756D626572206F66203C636F6C6F723E2E2E2E3C2F636F6C6F723E206C696E65732E2045616368206C696E652063726561746573206120636C69656E7420636F6C6F72206F6E2074686520636C69656E7420636F6C6F722070616C6574746520696E20746865206F7264657220746865792061707065617220686572652E54686520636C69656E7420636F6C6F722068657820636F646520676F6573206265747765656E20746865203C636F6C6F723E20616E64203C2F636F6C6F723E20746167732E546865203C636F6C6F723E20746167206D6179206861766520746865206F7074696F6E2022636F6E7472617374696E6754657874436F6C6F72222E2049662069742069732073657420746F20612076616C6964205247422068657820636F6465207468656E207468617420636F6C6F722077696C6C206265207573656420666F722074657874206966207468652075736572206170706C6965732074686520636C69656E7420636F6C6F7220746F2066696C6C20612073686170652E2048656E63652C20636F6E7472617374696E6754657874436F6C6F7220757375616C6C79206973207768697465202823464646464646292C20626C61636B20282330303030303029206F7220616E6F74686572206461726B20636F6C6F722E202D2D3E0D0A202020203C636F6C6F72733E0D0A2020202020203C636F6C6F7220636F6E7472617374696E6754657874436F6C6F723D2223303030303030223E234639444130303C2F636F6C6F723E0D0A2020202020203C636F6C6F7220636F6E7472617374696E6754657874436F6C6F723D2223464646464646223E233239343435373C2F636F6C6F723E0D0A2020202020203C636F6C6F7220636F6E7472617374696E6754657874436F6C6F723D2223464646464646223E233534364137383C2F636F6C6F723E0D0A2020202020203C636F6C6F7220636F6E7472617374696E6754657874436F6C6F723D2223464646464646223E233744384639393C2F636F6C6F723E0D0A2020202020203C636F6C6F7220636F6E7472617374696E6754657874436F6C6F723D2223303030303030223E234142423442443C2F636F6C6F723E0D0A2020202020203C636F6C6F7220636F6E7472617374696E6754657874436F6C6F723D2223303030303030223E234642423633353C2F636F6C6F723E0D0A2020202020203C636F6C6F7220636F6E7472617374696E6754657874436F6C6F723D2223303030303030223E234644433336303C2F636F6C6F723E0D0A2020202020203C636F6C6F7220636F6E7472617374696E6754657874436F6C6F723D2223303030303030223E234645434638373C2F636F6C6F723E0D0A2020202020203C636F6C6F7220636F6E7472617374696E6754657874436F6C6F723D2223303030303030223E234645444441383C2F636F6C6F723E0D0A2020202020203C636F6C6F7220636F6E7472617374696E6754657874436F6C6F723D2223464646464646223E233134313531373C2F636F6C6F723E0D0A2020202020203C636F6C6F7220636F6E7472617374696E6754657874436F6C6F723D2223303030303030223E234538453845383C2F636F6C6F723E0D0A2020202020203C636F6C6F7220636F6E7472617374696E6754657874436F6C6F723D2223464646464646223E233042313332423C2F636F6C6F723E0D0A2020202020203C636F6C6F7220636F6E7472617374696E6754657874436F6C6F723D2223464646464646223E233639314637343C2F636F6C6F723E0D0A2020202020203C636F6C6F7220636F6E7472617374696E6754657874436F6C6F723D2223464646464646223E233342324644383C2F636F6C6F723E0D0A2020202020203C636F6C6F7220636F6E7472617374696E6754657874436F6C6F723D2223303030303030223E234234423741433C2F636F6C6F723E0D0A2020202020203C636F6C6F7220636F6E7472617374696E6754657874436F6C6F723D2223464646464646223E233541423839313C2F636F6C6F723E0D0A2020202020203C636F6C6F7220636F6E7472617374696E6754657874436F6C6F723D2223464646464646223E233030363638313C2F636F6C6F723E0D0A2020202020203C636F6C6F7220636F6E7472617374696E6754657874436F6C6F723D2223464646464646223E234635394430463C2F636F6C6F723E0D0A2020202020203C636F6C6F7220636F6E7472617374696E6754657874436F6C6F723D2223464646464646223E234537343031313C2F636F6C6F723E0D0A2020202020203C636F6C6F7220636F6E7472617374696E6754657874436F6C6F723D2223464646464646223E234646354333343C2F636F6C6F723E0D0A2020202020203C636F6C6F7220636F6E7472617374696E6754657874436F6C6F723D2223464646464646223E233030353538463C2F636F6C6F723E0D0A2020202020203C636F6C6F7220636F6E7472617374696E6754657874436F6C6F723D2223464646464646223E233030353834453C2F636F6C6F723E0D0A2020202020203C636F6C6F7220636F6E7472617374696E6754657874436F6C6F723D2223464646464646223E234142324539323C2F636F6C6F723E0D0A2020202020203C636F6C6F7220636F6E7472617374696E6754657874436F6C6F723D2223464646464646223E234441303432433C2F636F6C6F723E0D0A2020202020203C636F6C6F7220636F6E7472617374696E6754657874436F6C6F723D2223464646464646223E233136314441463C2F636F6C6F723E0D0A2020202020203C636F6C6F7220636F6E7472617374696E6754657874436F6C6F723D2223303030303030223E234646423541433C2F636F6C6F723E0D0A2020202020203C636F6C6F7220636F6E7472617374696E6754657874436F6C6F723D2223464646464646223E233431423443423C2F636F6C6F723E0D0A2020202020203C636F6C6F7220636F6E7472617374696E6754657874436F6C6F723D2223464646464646223E233030443343413C2F636F6C6F723E0D0A2020202020203C636F6C6F7220636F6E7472617374696E6754657874436F6C6F723D2223303030303030223E234537394644413C2F636F6C6F723E0D0A2020202020203C636F6C6F7220636F6E7472617374696E6754657874436F6C6F723D2223303030303030223E234646413442373C2F636F6C6F723E0D0A2020202020203C636F6C6F7220636F6E7472617374696E6754657874436F6C6F723D2223303030303030223E233739414445363C2F636F6C6F723E0D0A202020203C2F636F6C6F72733E0D0A20203C2F74656D706C6174653E0D0A20203C4775696465733E0D0A202020203C4C656674477569646520786D6C6E733D22323122202F3E0D0A202020203C5269676874477569646520786D6C6E733D2239333922202F3E0D0A202020203C5570706572537469636B6572477569646520786D6C6E733D22363922202F3E0D0A202020203C4C6F776572537469636B6572477569646520786D6C6E733D22393622202F3E0D0A202020203C426F74746F6D477569646520786D6C6E733D2235303522202F3E0D0A20203C2F4775696465733E0D0A3C2F627466703E --&gt;&lt;/BTFP&gt;</a:t>
            </a:r>
          </a:p>
        </p:txBody>
      </p:sp>
      <p:sp>
        <p:nvSpPr>
          <p:cNvPr id="8" name="CreatedFooter" hidden="1"/>
          <p:cNvSpPr/>
          <p:nvPr userDrawn="1">
            <p:custDataLst>
              <p:tags r:id="rId25"/>
            </p:custDataLst>
          </p:nvPr>
        </p:nvSpPr>
        <p:spPr>
          <a:xfrm>
            <a:off x="8019472" y="6642000"/>
            <a:ext cx="2140528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OfficeCode" hidden="1"/>
          <p:cNvSpPr/>
          <p:nvPr userDrawn="1">
            <p:custDataLst>
              <p:tags r:id="rId26"/>
            </p:custDataLst>
          </p:nvPr>
        </p:nvSpPr>
        <p:spPr>
          <a:xfrm>
            <a:off x="7225145" y="6642000"/>
            <a:ext cx="540327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WSS</a:t>
            </a:r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255768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70" r:id="rId2"/>
    <p:sldLayoutId id="2147483964" r:id="rId3"/>
    <p:sldLayoutId id="2147483953" r:id="rId4"/>
    <p:sldLayoutId id="2147483954" r:id="rId5"/>
    <p:sldLayoutId id="2147483966" r:id="rId6"/>
    <p:sldLayoutId id="2147483968" r:id="rId7"/>
    <p:sldLayoutId id="2147483958" r:id="rId8"/>
    <p:sldLayoutId id="2147483926" r:id="rId9"/>
    <p:sldLayoutId id="2147483959" r:id="rId10"/>
    <p:sldLayoutId id="2147483939" r:id="rId11"/>
    <p:sldLayoutId id="2147483969" r:id="rId12"/>
    <p:sldLayoutId id="2147483963" r:id="rId13"/>
    <p:sldLayoutId id="2147483957" r:id="rId14"/>
    <p:sldLayoutId id="2147483960" r:id="rId15"/>
    <p:sldLayoutId id="2147483965" r:id="rId16"/>
    <p:sldLayoutId id="2147483955" r:id="rId17"/>
    <p:sldLayoutId id="2147483973" r:id="rId18"/>
    <p:sldLayoutId id="2147483974" r:id="rId19"/>
    <p:sldLayoutId id="2147483956" r:id="rId20"/>
  </p:sldLayoutIdLst>
  <p:transition/>
  <p:hf hdr="0"/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7680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00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pos="40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1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99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900" r:id="rId2"/>
    <p:sldLayoutId id="2147483897" r:id="rId3"/>
    <p:sldLayoutId id="214748389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70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pos="7410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pos="76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2026.04.28  /  AKKODiS Japan / マーケティング部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失敗しがちな3つの罠と打ち手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BtoB マーケティングの全体像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2. 失敗パターン × 打ち手（Marketo / SharePoint / Power BI 活用）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1. BtoB マーケが BtoC と決定的に違う3点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商談化率・受注率まで KPI 化する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MQL/SQL/商談化を中間 KPI として Power BI で可視化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Marketo でフェーズ別ナーチャリングを自動化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業種・職種で分岐し、コンバージョンを最適化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意思決定者が複数（DMU）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失敗1: リード量だけ追う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意思決定サイクルが長い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失敗2: LP を1本化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ROI 計測が難しい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ペルソナを職種別に複数定義し、職種別 LP を用意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BtoB マーケティングの本質と打ち手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8363.0"/>
  <p:tag name="AS_RELEASE_DATE" val="2018.09.12"/>
  <p:tag name="AS_TITLE" val="Aspose.Slides for .NET 4.0"/>
  <p:tag name="AS_VERSION" val="18.9"/>
  <p:tag name="BTFPCOLUMNGUIDE" val="Bain"/>
  <p:tag name="MEKKOFORMATS" val="&lt;MekkoFormats&gt;&lt;NumberFormat DecimalSeparator=&quot;,&quot; ThousandSeparator=&quot;.&quot; NegativeNumberFormat=&quot;1&quot; /&gt;&lt;Font&gt;&lt;Output_Font_Name Default=&quot;Arial&quot; UsePPTTheme=&quot;True&quot; /&gt;&lt;/Font&gt;&lt;DateFormat CultureID=&quot;2057&quot; FormatString=&quot;M/d/yyyy&quot; /&gt;&lt;/MekkoFormats&gt;"/>
  <p:tag name="OFFICE" val="Zurich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7"/>
</p:tagLst>
</file>

<file path=ppt/theme/theme1.xml><?xml version="1.0" encoding="utf-8"?>
<a:theme xmlns:a="http://schemas.openxmlformats.org/drawingml/2006/main" name="1-FIRST SLIDE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0" marR="0" indent="0" algn="l" defTabSz="711200" rtl="0" eaLnBrk="1" fontAlgn="auto" latinLnBrk="0" hangingPunct="1">
          <a:lnSpc>
            <a:spcPct val="130000"/>
          </a:lnSpc>
          <a:spcBef>
            <a:spcPts val="120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kern="120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Times"/>
            <a:cs typeface="Time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-AGENDA AND CHAPTER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-SLIDE CONTENT">
  <a:themeElements>
    <a:clrScheme name="Akkodis 3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Z5RE_16.9_SampleFile_vF.pptx" id="{91C5FECB-731B-4237-81EB-DB5E757377E6}" vid="{758C4D5D-C3E2-4A1A-9047-65C2CB5168F4}"/>
    </a:ext>
  </a:extLst>
</a:theme>
</file>

<file path=ppt/theme/theme4.xml><?xml version="1.0" encoding="utf-8"?>
<a:theme xmlns:a="http://schemas.openxmlformats.org/drawingml/2006/main" name="4-CONCLUSION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9B5FBA8B3D2FA4B89071852C4E5BAC1" ma:contentTypeVersion="20" ma:contentTypeDescription="新しいドキュメントを作成します。" ma:contentTypeScope="" ma:versionID="539cc9e07677aad46f9b4e62c5ff0252">
  <xsd:schema xmlns:xsd="http://www.w3.org/2001/XMLSchema" xmlns:xs="http://www.w3.org/2001/XMLSchema" xmlns:p="http://schemas.microsoft.com/office/2006/metadata/properties" xmlns:ns2="47a6d4bf-5be2-4128-becf-c640b464bce1" xmlns:ns3="bacfbfc4-940a-401c-a573-376360c6b669" targetNamespace="http://schemas.microsoft.com/office/2006/metadata/properties" ma:root="true" ma:fieldsID="5814eac6e5d86d9bfe392b44da0e744f" ns2:_="" ns3:_="">
    <xsd:import namespace="47a6d4bf-5be2-4128-becf-c640b464bce1"/>
    <xsd:import namespace="bacfbfc4-940a-401c-a573-376360c6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x6587__x66f8__x30ab__x30c6__x30b4__x30ea_" minOccurs="0"/>
                <xsd:element ref="ns2:_x4e3b__x5e79__x90e8__x9580_" minOccurs="0"/>
                <xsd:element ref="ns2:_x6709__x52b9__x671f__x965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6d4bf-5be2-4128-becf-c640b464bc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6587__x66f8__x30ab__x30c6__x30b4__x30ea_" ma:index="24" nillable="true" ma:displayName="文書カテゴリ" ma:description="文書カテゴリ（Category）" ma:format="Dropdown" ma:internalName="_x6587__x66f8__x30ab__x30c6__x30b4__x30ea_">
      <xsd:simpleType>
        <xsd:restriction base="dms:Choice">
          <xsd:enumeration value="手引書・マニュアル・ガイドライン"/>
          <xsd:enumeration value="ロゴデータ"/>
          <xsd:enumeration value="会社説明資料"/>
          <xsd:enumeration value="申請書・報告書"/>
          <xsd:enumeration value="研修資料"/>
          <xsd:enumeration value="その他資料"/>
        </xsd:restriction>
      </xsd:simpleType>
    </xsd:element>
    <xsd:element name="_x4e3b__x5e79__x90e8__x9580_" ma:index="25" nillable="true" ma:displayName="主幹部門" ma:description="主幹部門（Owner）" ma:format="Dropdown" ma:internalName="_x4e3b__x5e79__x90e8__x9580_">
      <xsd:simpleType>
        <xsd:restriction base="dms:Choice">
          <xsd:enumeration value="Marketing部"/>
          <xsd:enumeration value="Brand &amp; Candidate Marketing"/>
          <xsd:enumeration value="Client Marketing"/>
        </xsd:restriction>
      </xsd:simpleType>
    </xsd:element>
    <xsd:element name="_x6709__x52b9__x671f__x9650_" ma:index="26" nillable="true" ma:displayName="有効期限" ma:description="有効期限（Period）" ma:format="DateOnly" ma:internalName="_x6709__x52b9__x671f__x9650_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fbfc4-940a-401c-a573-376360c6b66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81a0528-3e1c-4347-9537-41b130223b4a}" ma:internalName="TaxCatchAll" ma:showField="CatchAllData" ma:web="bacfbfc4-940a-401c-a573-376360c6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6d4bf-5be2-4128-becf-c640b464bce1">
      <Terms xmlns="http://schemas.microsoft.com/office/infopath/2007/PartnerControls"/>
    </lcf76f155ced4ddcb4097134ff3c332f>
    <TaxCatchAll xmlns="bacfbfc4-940a-401c-a573-376360c6b669" xsi:nil="true"/>
    <SharedWithUsers xmlns="bacfbfc4-940a-401c-a573-376360c6b669">
      <UserInfo>
        <DisplayName/>
        <AccountId xsi:nil="true"/>
        <AccountType/>
      </UserInfo>
    </SharedWithUsers>
    <_x6709__x52b9__x671f__x9650_ xmlns="47a6d4bf-5be2-4128-becf-c640b464bce1">2027-01-28T15:00:00+00:00</_x6709__x52b9__x671f__x9650_>
    <_x4e3b__x5e79__x90e8__x9580_ xmlns="47a6d4bf-5be2-4128-becf-c640b464bce1">Brand &amp; Candidate Marketing</_x4e3b__x5e79__x90e8__x9580_>
    <_x6587__x66f8__x30ab__x30c6__x30b4__x30ea_ xmlns="47a6d4bf-5be2-4128-becf-c640b464bce1">手引書・マニュアル・ガイドライン</_x6587__x66f8__x30ab__x30c6__x30b4__x30ea_>
  </documentManagement>
</p:properties>
</file>

<file path=customXml/itemProps1.xml><?xml version="1.0" encoding="utf-8"?>
<ds:datastoreItem xmlns:ds="http://schemas.openxmlformats.org/officeDocument/2006/customXml" ds:itemID="{381A6E93-70CC-4BB3-A929-EE5CA502167F}"/>
</file>

<file path=customXml/itemProps2.xml><?xml version="1.0" encoding="utf-8"?>
<ds:datastoreItem xmlns:ds="http://schemas.openxmlformats.org/officeDocument/2006/customXml" ds:itemID="{71C5364E-35E5-40DC-8DBA-4B5389050B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721018-8EAC-4CFC-85DA-36590C7951A4}">
  <ds:schemaRefs>
    <ds:schemaRef ds:uri="http://purl.org/dc/terms/"/>
    <ds:schemaRef ds:uri="http://schemas.microsoft.com/office/2006/documentManagement/types"/>
    <ds:schemaRef ds:uri="http://purl.org/dc/elements/1.1/"/>
    <ds:schemaRef ds:uri="bacfbfc4-940a-401c-a573-376360c6b669"/>
    <ds:schemaRef ds:uri="http://schemas.microsoft.com/office/2006/metadata/properties"/>
    <ds:schemaRef ds:uri="http://schemas.microsoft.com/office/infopath/2007/PartnerControls"/>
    <ds:schemaRef ds:uri="http://purl.org/dc/dcmitype/"/>
    <ds:schemaRef ds:uri="47a6d4bf-5be2-4128-becf-c640b464bce1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23ed4288-e1c3-41d2-9099-5088ef2adcf7}" enabled="1" method="Privileged" siteId="{13bce9b3-c38d-4764-b636-26955c3b5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1085</Words>
  <Application>Microsoft Office PowerPoint</Application>
  <PresentationFormat>ワイド画面</PresentationFormat>
  <Paragraphs>127</Paragraphs>
  <Slides>16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5" baseType="lpstr">
      <vt:lpstr>Meiryo UI</vt:lpstr>
      <vt:lpstr>Arial</vt:lpstr>
      <vt:lpstr>Calibri</vt:lpstr>
      <vt:lpstr>Times New Roman</vt:lpstr>
      <vt:lpstr>1-FIRST SLIDE</vt:lpstr>
      <vt:lpstr>2-AGENDA AND CHAPTER</vt:lpstr>
      <vt:lpstr>3-SLIDE CONTENT</vt:lpstr>
      <vt:lpstr>4-CONCLUSION</vt:lpstr>
      <vt:lpstr>think-cell Slide</vt:lpstr>
      <vt:lpstr>Presentation Title</vt:lpstr>
      <vt:lpstr>Presentation Title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SteerCo</dc:title>
  <dc:creator>Markus Banek</dc:creator>
  <cp:lastModifiedBy>James Bottari</cp:lastModifiedBy>
  <cp:revision>6</cp:revision>
  <dcterms:created xsi:type="dcterms:W3CDTF">2022-01-26T09:07:01Z</dcterms:created>
  <dcterms:modified xsi:type="dcterms:W3CDTF">2025-05-25T05:57:20Z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0x01010019B5FBA8B3D2FA4B89071852C4E5BAC1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1-FIRST SLIDE:3\2-AGENDA AND CHAPTER:3\3-SLIDE CONTENT:3\4-CONCLUSION:3</vt:lpwstr>
  </property>
  <property fmtid="{D5CDD505-2E9C-101B-9397-08002B2CF9AE}" pid="5" name="ClassificationContentMarkingHeaderText">
    <vt:lpwstr>【社外秘】</vt:lpwstr>
  </property>
  <property fmtid="{D5CDD505-2E9C-101B-9397-08002B2CF9AE}" pid="6" name="Order">
    <vt:r8>1604000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